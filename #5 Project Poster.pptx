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32918400" cx="43891200"/>
  <p:notesSz cx="31954775" cy="50149125"/>
  <p:embeddedFontLst>
    <p:embeddedFont>
      <p:font typeface="Montserrat"/>
      <p:regular r:id="rId7"/>
      <p:bold r:id="rId8"/>
      <p:italic r:id="rId9"/>
      <p:boldItalic r:id="rId10"/>
    </p:embeddedFont>
    <p:embeddedFont>
      <p:font typeface="Montserrat Light"/>
      <p:regular r:id="rId11"/>
      <p:bold r:id="rId12"/>
      <p:italic r:id="rId13"/>
      <p:boldItalic r:id="rId14"/>
    </p:embeddedFont>
    <p:embeddedFont>
      <p:font typeface="Libre Baskerville"/>
      <p:regular r:id="rId15"/>
      <p:bold r:id="rId16"/>
      <p: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968">
          <p15:clr>
            <a:srgbClr val="A4A3A4"/>
          </p15:clr>
        </p15:guide>
        <p15:guide id="2" orient="horz" pos="5632">
          <p15:clr>
            <a:srgbClr val="A4A3A4"/>
          </p15:clr>
        </p15:guide>
        <p15:guide id="3" orient="horz" pos="3533">
          <p15:clr>
            <a:srgbClr val="A4A3A4"/>
          </p15:clr>
        </p15:guide>
        <p15:guide id="4" orient="horz" pos="6246">
          <p15:clr>
            <a:srgbClr val="A4A3A4"/>
          </p15:clr>
        </p15:guide>
        <p15:guide id="5" pos="720">
          <p15:clr>
            <a:srgbClr val="A4A3A4"/>
          </p15:clr>
        </p15:guide>
        <p15:guide id="6" pos="6912">
          <p15:clr>
            <a:srgbClr val="A4A3A4"/>
          </p15:clr>
        </p15:guide>
        <p15:guide id="7" pos="7392">
          <p15:clr>
            <a:srgbClr val="A4A3A4"/>
          </p15:clr>
        </p15:guide>
        <p15:guide id="8" pos="13584">
          <p15:clr>
            <a:srgbClr val="A4A3A4"/>
          </p15:clr>
        </p15:guide>
        <p15:guide id="9" pos="14064">
          <p15:clr>
            <a:srgbClr val="A4A3A4"/>
          </p15:clr>
        </p15:guide>
        <p15:guide id="10" pos="20256">
          <p15:clr>
            <a:srgbClr val="A4A3A4"/>
          </p15:clr>
        </p15:guide>
        <p15:guide id="11" pos="20736">
          <p15:clr>
            <a:srgbClr val="A4A3A4"/>
          </p15:clr>
        </p15:guide>
        <p15:guide id="12" pos="26928">
          <p15:clr>
            <a:srgbClr val="A4A3A4"/>
          </p15:clr>
        </p15:guide>
      </p15:sldGuideLst>
    </p:ext>
    <p:ext uri="{2D200454-40CA-4A62-9FC3-DE9A4176ACB9}">
      <p15:notesGuideLst>
        <p15:guide id="1" orient="horz" pos="15795">
          <p15:clr>
            <a:srgbClr val="A4A3A4"/>
          </p15:clr>
        </p15:guide>
        <p15:guide id="2" pos="10065">
          <p15:clr>
            <a:srgbClr val="A4A3A4"/>
          </p15:clr>
        </p15:guide>
      </p15:notesGuideLst>
    </p:ext>
    <p:ext uri="GoogleSlidesCustomDataVersion2">
      <go:slidesCustomData xmlns:go="http://customooxmlschemas.google.com/" r:id="rId18" roundtripDataSignature="AMtx7miviJHE+/WOSEmEZU9wl19h42hN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968" orient="horz"/>
        <p:guide pos="5632" orient="horz"/>
        <p:guide pos="3533" orient="horz"/>
        <p:guide pos="6246" orient="horz"/>
        <p:guide pos="720"/>
        <p:guide pos="6912"/>
        <p:guide pos="7392"/>
        <p:guide pos="13584"/>
        <p:guide pos="14064"/>
        <p:guide pos="20256"/>
        <p:guide pos="20736"/>
        <p:guide pos="26928"/>
      </p:guideLst>
    </p:cSldViewPr>
  </p:slideViewPr>
  <p:notesViewPr>
    <p:cSldViewPr snapToGrid="0">
      <p:cViewPr varScale="1">
        <p:scale>
          <a:sx n="100" d="100"/>
          <a:sy n="100" d="100"/>
        </p:scale>
        <p:origin x="0" y="0"/>
      </p:cViewPr>
      <p:guideLst>
        <p:guide pos="15795" orient="horz"/>
        <p:guide pos="10065"/>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font" Target="fonts/MontserratLight-regular.fntdata"/><Relationship Id="rId10" Type="http://schemas.openxmlformats.org/officeDocument/2006/relationships/font" Target="fonts/Montserrat-boldItalic.fntdata"/><Relationship Id="rId13" Type="http://schemas.openxmlformats.org/officeDocument/2006/relationships/font" Target="fonts/MontserratLight-italic.fntdata"/><Relationship Id="rId12" Type="http://schemas.openxmlformats.org/officeDocument/2006/relationships/font" Target="fonts/Montserrat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Montserrat-italic.fntdata"/><Relationship Id="rId15" Type="http://schemas.openxmlformats.org/officeDocument/2006/relationships/font" Target="fonts/LibreBaskerville-regular.fntdata"/><Relationship Id="rId14" Type="http://schemas.openxmlformats.org/officeDocument/2006/relationships/font" Target="fonts/MontserratLight-boldItalic.fntdata"/><Relationship Id="rId17" Type="http://schemas.openxmlformats.org/officeDocument/2006/relationships/font" Target="fonts/LibreBaskerville-italic.fntdata"/><Relationship Id="rId16" Type="http://schemas.openxmlformats.org/officeDocument/2006/relationships/font" Target="fonts/LibreBaskerville-bold.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font" Target="fonts/Montserrat-regular.fntdata"/><Relationship Id="rId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13804900" cy="2628900"/>
          </a:xfrm>
          <a:prstGeom prst="rect">
            <a:avLst/>
          </a:prstGeom>
          <a:noFill/>
          <a:ln>
            <a:noFill/>
          </a:ln>
        </p:spPr>
        <p:txBody>
          <a:bodyPr anchorCtr="0" anchor="t" bIns="225000" lIns="450025" spcFirstLastPara="1" rIns="450025" wrap="square" tIns="225000">
            <a:noAutofit/>
          </a:bodyPr>
          <a:lstStyle>
            <a:lvl1pPr lvl="0" marR="0" rtl="0" algn="l">
              <a:spcBef>
                <a:spcPts val="0"/>
              </a:spcBef>
              <a:spcAft>
                <a:spcPts val="0"/>
              </a:spcAft>
              <a:buSzPts val="1400"/>
              <a:buNone/>
              <a:defRPr b="0" i="0" sz="60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17941925" y="0"/>
            <a:ext cx="14135100" cy="2628900"/>
          </a:xfrm>
          <a:prstGeom prst="rect">
            <a:avLst/>
          </a:prstGeom>
          <a:noFill/>
          <a:ln>
            <a:noFill/>
          </a:ln>
        </p:spPr>
        <p:txBody>
          <a:bodyPr anchorCtr="0" anchor="t" bIns="225000" lIns="450025" spcFirstLastPara="1" rIns="450025" wrap="square" tIns="225000">
            <a:noAutofit/>
          </a:bodyPr>
          <a:lstStyle>
            <a:lvl1pPr lvl="0" marR="0" rtl="0" algn="r">
              <a:spcBef>
                <a:spcPts val="0"/>
              </a:spcBef>
              <a:spcAft>
                <a:spcPts val="0"/>
              </a:spcAft>
              <a:buSzPts val="1400"/>
              <a:buNone/>
              <a:defRPr b="0" i="0" sz="60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3378200" y="3757613"/>
            <a:ext cx="24996775" cy="18748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4137025" y="24004588"/>
            <a:ext cx="23456900" cy="22512338"/>
          </a:xfrm>
          <a:prstGeom prst="rect">
            <a:avLst/>
          </a:prstGeom>
          <a:noFill/>
          <a:ln>
            <a:noFill/>
          </a:ln>
        </p:spPr>
        <p:txBody>
          <a:bodyPr anchorCtr="0" anchor="t" bIns="225000" lIns="450025" spcFirstLastPara="1" rIns="450025" wrap="square" tIns="2250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7639288"/>
            <a:ext cx="13804900" cy="2628900"/>
          </a:xfrm>
          <a:prstGeom prst="rect">
            <a:avLst/>
          </a:prstGeom>
          <a:noFill/>
          <a:ln>
            <a:noFill/>
          </a:ln>
        </p:spPr>
        <p:txBody>
          <a:bodyPr anchorCtr="0" anchor="b" bIns="225000" lIns="450025" spcFirstLastPara="1" rIns="450025" wrap="square" tIns="225000">
            <a:noAutofit/>
          </a:bodyPr>
          <a:lstStyle>
            <a:lvl1pPr lvl="0" marR="0" rtl="0" algn="l">
              <a:spcBef>
                <a:spcPts val="0"/>
              </a:spcBef>
              <a:spcAft>
                <a:spcPts val="0"/>
              </a:spcAft>
              <a:buSzPts val="1400"/>
              <a:buNone/>
              <a:defRPr b="0" i="0" sz="60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17941925" y="47639288"/>
            <a:ext cx="14135100" cy="2628900"/>
          </a:xfrm>
          <a:prstGeom prst="rect">
            <a:avLst/>
          </a:prstGeom>
          <a:noFill/>
          <a:ln>
            <a:noFill/>
          </a:ln>
        </p:spPr>
        <p:txBody>
          <a:bodyPr anchorCtr="0" anchor="b" bIns="225000" lIns="450025" spcFirstLastPara="1" rIns="450025" wrap="square" tIns="225000">
            <a:noAutofit/>
          </a:bodyPr>
          <a:lstStyle/>
          <a:p>
            <a:pPr indent="0" lvl="0" marL="0" marR="0" rtl="0" algn="r">
              <a:spcBef>
                <a:spcPts val="0"/>
              </a:spcBef>
              <a:spcAft>
                <a:spcPts val="0"/>
              </a:spcAft>
              <a:buNone/>
            </a:pPr>
            <a:fld id="{00000000-1234-1234-1234-123412341234}" type="slidenum">
              <a:rPr b="0" i="0" lang="en-US" sz="6000" u="none" cap="none" strike="noStrike">
                <a:solidFill>
                  <a:schemeClr val="dk1"/>
                </a:solidFill>
                <a:latin typeface="Times New Roman"/>
                <a:ea typeface="Times New Roman"/>
                <a:cs typeface="Times New Roman"/>
                <a:sym typeface="Times New Roman"/>
              </a:rPr>
              <a:t>‹#›</a:t>
            </a:fld>
            <a:endParaRPr b="0" i="0" sz="60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6c1125c60_1_6:notes"/>
          <p:cNvSpPr txBox="1"/>
          <p:nvPr>
            <p:ph idx="12" type="sldNum"/>
          </p:nvPr>
        </p:nvSpPr>
        <p:spPr>
          <a:xfrm>
            <a:off x="17941925" y="47639288"/>
            <a:ext cx="14135100" cy="2628900"/>
          </a:xfrm>
          <a:prstGeom prst="rect">
            <a:avLst/>
          </a:prstGeom>
          <a:noFill/>
          <a:ln>
            <a:noFill/>
          </a:ln>
        </p:spPr>
        <p:txBody>
          <a:bodyPr anchorCtr="0" anchor="b" bIns="225000" lIns="450025" spcFirstLastPara="1" rIns="450025" wrap="square" tIns="225000">
            <a:noAutofit/>
          </a:bodyPr>
          <a:lstStyle/>
          <a:p>
            <a:pPr indent="0" lvl="0" marL="0" rtl="0" algn="r">
              <a:spcBef>
                <a:spcPts val="0"/>
              </a:spcBef>
              <a:spcAft>
                <a:spcPts val="0"/>
              </a:spcAft>
              <a:buNone/>
            </a:pPr>
            <a:fld id="{00000000-1234-1234-1234-123412341234}" type="slidenum">
              <a:rPr b="0" i="0" lang="en-US" sz="6000" u="none" cap="none" strike="noStrike">
                <a:solidFill>
                  <a:schemeClr val="dk1"/>
                </a:solidFill>
                <a:latin typeface="Times New Roman"/>
                <a:ea typeface="Times New Roman"/>
                <a:cs typeface="Times New Roman"/>
                <a:sym typeface="Times New Roman"/>
              </a:rPr>
              <a:t>‹#›</a:t>
            </a:fld>
            <a:endParaRPr b="0" i="0" sz="6000" u="none" cap="none" strike="noStrike">
              <a:solidFill>
                <a:schemeClr val="dk1"/>
              </a:solidFill>
              <a:latin typeface="Times New Roman"/>
              <a:ea typeface="Times New Roman"/>
              <a:cs typeface="Times New Roman"/>
              <a:sym typeface="Times New Roman"/>
            </a:endParaRPr>
          </a:p>
        </p:txBody>
      </p:sp>
      <p:sp>
        <p:nvSpPr>
          <p:cNvPr id="90" name="Google Shape;90;g356c1125c60_1_6:notes"/>
          <p:cNvSpPr/>
          <p:nvPr>
            <p:ph idx="2" type="sldImg"/>
          </p:nvPr>
        </p:nvSpPr>
        <p:spPr>
          <a:xfrm>
            <a:off x="3378200" y="3757613"/>
            <a:ext cx="24996900" cy="1874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1" name="Google Shape;91;g356c1125c60_1_6:notes"/>
          <p:cNvSpPr txBox="1"/>
          <p:nvPr>
            <p:ph idx="1" type="body"/>
          </p:nvPr>
        </p:nvSpPr>
        <p:spPr>
          <a:xfrm>
            <a:off x="4137025" y="24004588"/>
            <a:ext cx="23457000" cy="22512300"/>
          </a:xfrm>
          <a:prstGeom prst="rect">
            <a:avLst/>
          </a:prstGeom>
          <a:noFill/>
          <a:ln>
            <a:noFill/>
          </a:ln>
        </p:spPr>
        <p:txBody>
          <a:bodyPr anchorCtr="0" anchor="t" bIns="225000" lIns="450025" spcFirstLastPara="1" rIns="450025" wrap="square" tIns="225000">
            <a:noAutofit/>
          </a:bodyPr>
          <a:lstStyle/>
          <a:p>
            <a:pPr indent="0" lvl="0" marL="0" rtl="0" algn="l">
              <a:spcBef>
                <a:spcPts val="0"/>
              </a:spcBef>
              <a:spcAft>
                <a:spcPts val="0"/>
              </a:spcAft>
              <a:buNone/>
            </a:pPr>
            <a:r>
              <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 name="Shape 19"/>
        <p:cNvGrpSpPr/>
        <p:nvPr/>
      </p:nvGrpSpPr>
      <p:grpSpPr>
        <a:xfrm>
          <a:off x="0" y="0"/>
          <a:ext cx="0" cy="0"/>
          <a:chOff x="0" y="0"/>
          <a:chExt cx="0" cy="0"/>
        </a:xfrm>
      </p:grpSpPr>
      <p:sp>
        <p:nvSpPr>
          <p:cNvPr id="20" name="Google Shape;20;p3"/>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4"/>
          <p:cNvSpPr txBox="1"/>
          <p:nvPr>
            <p:ph type="ctrTitle"/>
          </p:nvPr>
        </p:nvSpPr>
        <p:spPr>
          <a:xfrm>
            <a:off x="3292123" y="10226675"/>
            <a:ext cx="37306957" cy="7054850"/>
          </a:xfrm>
          <a:prstGeom prst="rect">
            <a:avLst/>
          </a:prstGeom>
          <a:noFill/>
          <a:ln>
            <a:noFill/>
          </a:ln>
        </p:spPr>
        <p:txBody>
          <a:bodyPr anchorCtr="0" anchor="ctr" bIns="213350" lIns="426700" spcFirstLastPara="1" rIns="426700" wrap="square" tIns="2133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subTitle"/>
          </p:nvPr>
        </p:nvSpPr>
        <p:spPr>
          <a:xfrm>
            <a:off x="6584245" y="18653125"/>
            <a:ext cx="30722711" cy="8413750"/>
          </a:xfrm>
          <a:prstGeom prst="rect">
            <a:avLst/>
          </a:prstGeom>
          <a:noFill/>
          <a:ln>
            <a:noFill/>
          </a:ln>
        </p:spPr>
        <p:txBody>
          <a:bodyPr anchorCtr="0" anchor="t" bIns="213350" lIns="426700" spcFirstLastPara="1" rIns="426700" wrap="square" tIns="213350">
            <a:noAutofit/>
          </a:bodyPr>
          <a:lstStyle>
            <a:lvl1pPr lvl="0" algn="ctr">
              <a:spcBef>
                <a:spcPts val="2980"/>
              </a:spcBef>
              <a:spcAft>
                <a:spcPts val="0"/>
              </a:spcAft>
              <a:buClr>
                <a:schemeClr val="dk1"/>
              </a:buClr>
              <a:buSzPts val="14900"/>
              <a:buFont typeface="Times New Roman"/>
              <a:buNone/>
              <a:defRPr/>
            </a:lvl1pPr>
            <a:lvl2pPr lvl="1" algn="ctr">
              <a:spcBef>
                <a:spcPts val="2620"/>
              </a:spcBef>
              <a:spcAft>
                <a:spcPts val="0"/>
              </a:spcAft>
              <a:buClr>
                <a:schemeClr val="dk1"/>
              </a:buClr>
              <a:buSzPts val="13100"/>
              <a:buFont typeface="Times New Roman"/>
              <a:buNone/>
              <a:defRPr/>
            </a:lvl2pPr>
            <a:lvl3pPr lvl="2" algn="ctr">
              <a:spcBef>
                <a:spcPts val="2240"/>
              </a:spcBef>
              <a:spcAft>
                <a:spcPts val="0"/>
              </a:spcAft>
              <a:buClr>
                <a:schemeClr val="dk1"/>
              </a:buClr>
              <a:buSzPts val="11200"/>
              <a:buFont typeface="Times New Roman"/>
              <a:buNone/>
              <a:defRPr/>
            </a:lvl3pPr>
            <a:lvl4pPr lvl="3" algn="ctr">
              <a:spcBef>
                <a:spcPts val="1860"/>
              </a:spcBef>
              <a:spcAft>
                <a:spcPts val="0"/>
              </a:spcAft>
              <a:buClr>
                <a:schemeClr val="dk1"/>
              </a:buClr>
              <a:buSzPts val="9300"/>
              <a:buFont typeface="Times New Roman"/>
              <a:buNone/>
              <a:defRPr/>
            </a:lvl4pPr>
            <a:lvl5pPr lvl="4" algn="ctr">
              <a:spcBef>
                <a:spcPts val="1860"/>
              </a:spcBef>
              <a:spcAft>
                <a:spcPts val="0"/>
              </a:spcAft>
              <a:buClr>
                <a:schemeClr val="dk1"/>
              </a:buClr>
              <a:buSzPts val="9300"/>
              <a:buFont typeface="Times New Roman"/>
              <a:buNone/>
              <a:defRPr/>
            </a:lvl5pPr>
            <a:lvl6pPr lvl="5" algn="ctr">
              <a:spcBef>
                <a:spcPts val="1860"/>
              </a:spcBef>
              <a:spcAft>
                <a:spcPts val="0"/>
              </a:spcAft>
              <a:buClr>
                <a:schemeClr val="dk1"/>
              </a:buClr>
              <a:buSzPts val="9300"/>
              <a:buFont typeface="Times New Roman"/>
              <a:buNone/>
              <a:defRPr/>
            </a:lvl6pPr>
            <a:lvl7pPr lvl="6" algn="ctr">
              <a:spcBef>
                <a:spcPts val="1860"/>
              </a:spcBef>
              <a:spcAft>
                <a:spcPts val="0"/>
              </a:spcAft>
              <a:buClr>
                <a:schemeClr val="dk1"/>
              </a:buClr>
              <a:buSzPts val="9300"/>
              <a:buFont typeface="Times New Roman"/>
              <a:buNone/>
              <a:defRPr/>
            </a:lvl7pPr>
            <a:lvl8pPr lvl="7" algn="ctr">
              <a:spcBef>
                <a:spcPts val="1860"/>
              </a:spcBef>
              <a:spcAft>
                <a:spcPts val="0"/>
              </a:spcAft>
              <a:buClr>
                <a:schemeClr val="dk1"/>
              </a:buClr>
              <a:buSzPts val="9300"/>
              <a:buFont typeface="Times New Roman"/>
              <a:buNone/>
              <a:defRPr/>
            </a:lvl8pPr>
            <a:lvl9pPr lvl="8" algn="ctr">
              <a:spcBef>
                <a:spcPts val="1860"/>
              </a:spcBef>
              <a:spcAft>
                <a:spcPts val="0"/>
              </a:spcAft>
              <a:buClr>
                <a:schemeClr val="dk1"/>
              </a:buClr>
              <a:buSzPts val="9300"/>
              <a:buFont typeface="Times New Roman"/>
              <a:buNone/>
              <a:defRPr/>
            </a:lvl9pPr>
          </a:lstStyle>
          <a:p/>
        </p:txBody>
      </p:sp>
      <p:sp>
        <p:nvSpPr>
          <p:cNvPr id="26" name="Google Shape;26;p4"/>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5"/>
          <p:cNvSpPr txBox="1"/>
          <p:nvPr>
            <p:ph type="title"/>
          </p:nvPr>
        </p:nvSpPr>
        <p:spPr>
          <a:xfrm>
            <a:off x="3294063" y="2925763"/>
            <a:ext cx="37303075" cy="5486400"/>
          </a:xfrm>
          <a:prstGeom prst="rect">
            <a:avLst/>
          </a:prstGeom>
          <a:noFill/>
          <a:ln>
            <a:noFill/>
          </a:ln>
        </p:spPr>
        <p:txBody>
          <a:bodyPr anchorCtr="0" anchor="ctr" bIns="213350" lIns="426700" spcFirstLastPara="1" rIns="426700" wrap="square" tIns="2133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5"/>
          <p:cNvSpPr txBox="1"/>
          <p:nvPr>
            <p:ph idx="1" type="body"/>
          </p:nvPr>
        </p:nvSpPr>
        <p:spPr>
          <a:xfrm>
            <a:off x="3294063" y="9509125"/>
            <a:ext cx="37303075" cy="19751675"/>
          </a:xfrm>
          <a:prstGeom prst="rect">
            <a:avLst/>
          </a:prstGeom>
          <a:noFill/>
          <a:ln>
            <a:noFill/>
          </a:ln>
        </p:spPr>
        <p:txBody>
          <a:bodyPr anchorCtr="0" anchor="t" bIns="213350" lIns="426700" spcFirstLastPara="1" rIns="426700" wrap="square" tIns="2133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5"/>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6"/>
          <p:cNvSpPr txBox="1"/>
          <p:nvPr>
            <p:ph type="title"/>
          </p:nvPr>
        </p:nvSpPr>
        <p:spPr>
          <a:xfrm>
            <a:off x="3467101" y="21153439"/>
            <a:ext cx="37306957" cy="65373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
          <p:cNvSpPr txBox="1"/>
          <p:nvPr>
            <p:ph idx="1" type="body"/>
          </p:nvPr>
        </p:nvSpPr>
        <p:spPr>
          <a:xfrm>
            <a:off x="3467101" y="13952538"/>
            <a:ext cx="37306957" cy="7200900"/>
          </a:xfrm>
          <a:prstGeom prst="rect">
            <a:avLst/>
          </a:prstGeom>
          <a:noFill/>
          <a:ln>
            <a:noFill/>
          </a:ln>
        </p:spPr>
        <p:txBody>
          <a:bodyPr anchorCtr="0" anchor="b" bIns="213350" lIns="426700" spcFirstLastPara="1" rIns="426700" wrap="square" tIns="21335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38" name="Google Shape;38;p6"/>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7"/>
          <p:cNvSpPr txBox="1"/>
          <p:nvPr>
            <p:ph type="title"/>
          </p:nvPr>
        </p:nvSpPr>
        <p:spPr>
          <a:xfrm>
            <a:off x="3294063" y="2925763"/>
            <a:ext cx="37303075" cy="5486400"/>
          </a:xfrm>
          <a:prstGeom prst="rect">
            <a:avLst/>
          </a:prstGeom>
          <a:noFill/>
          <a:ln>
            <a:noFill/>
          </a:ln>
        </p:spPr>
        <p:txBody>
          <a:bodyPr anchorCtr="0" anchor="ctr" bIns="213350" lIns="426700" spcFirstLastPara="1" rIns="426700" wrap="square" tIns="2133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7"/>
          <p:cNvSpPr txBox="1"/>
          <p:nvPr>
            <p:ph idx="1" type="body"/>
          </p:nvPr>
        </p:nvSpPr>
        <p:spPr>
          <a:xfrm>
            <a:off x="3293534" y="9509126"/>
            <a:ext cx="18584332" cy="19751675"/>
          </a:xfrm>
          <a:prstGeom prst="rect">
            <a:avLst/>
          </a:prstGeom>
          <a:noFill/>
          <a:ln>
            <a:noFill/>
          </a:ln>
        </p:spPr>
        <p:txBody>
          <a:bodyPr anchorCtr="0" anchor="t" bIns="213350" lIns="426700" spcFirstLastPara="1" rIns="426700" wrap="square" tIns="21335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44" name="Google Shape;44;p7"/>
          <p:cNvSpPr txBox="1"/>
          <p:nvPr>
            <p:ph idx="2" type="body"/>
          </p:nvPr>
        </p:nvSpPr>
        <p:spPr>
          <a:xfrm>
            <a:off x="22013334" y="9509126"/>
            <a:ext cx="18584332" cy="19751675"/>
          </a:xfrm>
          <a:prstGeom prst="rect">
            <a:avLst/>
          </a:prstGeom>
          <a:noFill/>
          <a:ln>
            <a:noFill/>
          </a:ln>
        </p:spPr>
        <p:txBody>
          <a:bodyPr anchorCtr="0" anchor="t" bIns="213350" lIns="426700" spcFirstLastPara="1" rIns="426700" wrap="square" tIns="21335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45" name="Google Shape;45;p7"/>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8"/>
          <p:cNvSpPr txBox="1"/>
          <p:nvPr>
            <p:ph type="title"/>
          </p:nvPr>
        </p:nvSpPr>
        <p:spPr>
          <a:xfrm>
            <a:off x="2194279" y="1317625"/>
            <a:ext cx="39502643" cy="5486400"/>
          </a:xfrm>
          <a:prstGeom prst="rect">
            <a:avLst/>
          </a:prstGeom>
          <a:noFill/>
          <a:ln>
            <a:noFill/>
          </a:ln>
        </p:spPr>
        <p:txBody>
          <a:bodyPr anchorCtr="0" anchor="ctr" bIns="213350" lIns="426700" spcFirstLastPara="1" rIns="426700" wrap="square" tIns="2133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8"/>
          <p:cNvSpPr txBox="1"/>
          <p:nvPr>
            <p:ph idx="1" type="body"/>
          </p:nvPr>
        </p:nvSpPr>
        <p:spPr>
          <a:xfrm>
            <a:off x="2194278" y="7369176"/>
            <a:ext cx="19392900" cy="3070225"/>
          </a:xfrm>
          <a:prstGeom prst="rect">
            <a:avLst/>
          </a:prstGeom>
          <a:noFill/>
          <a:ln>
            <a:noFill/>
          </a:ln>
        </p:spPr>
        <p:txBody>
          <a:bodyPr anchorCtr="0" anchor="b" bIns="213350" lIns="426700" spcFirstLastPara="1" rIns="426700" wrap="square" tIns="21335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51" name="Google Shape;51;p8"/>
          <p:cNvSpPr txBox="1"/>
          <p:nvPr>
            <p:ph idx="2" type="body"/>
          </p:nvPr>
        </p:nvSpPr>
        <p:spPr>
          <a:xfrm>
            <a:off x="2194278" y="10439400"/>
            <a:ext cx="19392900" cy="18965862"/>
          </a:xfrm>
          <a:prstGeom prst="rect">
            <a:avLst/>
          </a:prstGeom>
          <a:noFill/>
          <a:ln>
            <a:noFill/>
          </a:ln>
        </p:spPr>
        <p:txBody>
          <a:bodyPr anchorCtr="0" anchor="t" bIns="213350" lIns="426700" spcFirstLastPara="1" rIns="426700" wrap="square" tIns="21335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2" name="Google Shape;52;p8"/>
          <p:cNvSpPr txBox="1"/>
          <p:nvPr>
            <p:ph idx="3" type="body"/>
          </p:nvPr>
        </p:nvSpPr>
        <p:spPr>
          <a:xfrm>
            <a:off x="22295555" y="7369176"/>
            <a:ext cx="19401368" cy="3070225"/>
          </a:xfrm>
          <a:prstGeom prst="rect">
            <a:avLst/>
          </a:prstGeom>
          <a:noFill/>
          <a:ln>
            <a:noFill/>
          </a:ln>
        </p:spPr>
        <p:txBody>
          <a:bodyPr anchorCtr="0" anchor="b" bIns="213350" lIns="426700" spcFirstLastPara="1" rIns="426700" wrap="square" tIns="21335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53" name="Google Shape;53;p8"/>
          <p:cNvSpPr txBox="1"/>
          <p:nvPr>
            <p:ph idx="4" type="body"/>
          </p:nvPr>
        </p:nvSpPr>
        <p:spPr>
          <a:xfrm>
            <a:off x="22295555" y="10439400"/>
            <a:ext cx="19401368" cy="18965862"/>
          </a:xfrm>
          <a:prstGeom prst="rect">
            <a:avLst/>
          </a:prstGeom>
          <a:noFill/>
          <a:ln>
            <a:noFill/>
          </a:ln>
        </p:spPr>
        <p:txBody>
          <a:bodyPr anchorCtr="0" anchor="t" bIns="213350" lIns="426700" spcFirstLastPara="1" rIns="426700" wrap="square" tIns="21335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54" name="Google Shape;54;p8"/>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3294063" y="2925763"/>
            <a:ext cx="37303075" cy="5486400"/>
          </a:xfrm>
          <a:prstGeom prst="rect">
            <a:avLst/>
          </a:prstGeom>
          <a:noFill/>
          <a:ln>
            <a:noFill/>
          </a:ln>
        </p:spPr>
        <p:txBody>
          <a:bodyPr anchorCtr="0" anchor="ctr" bIns="213350" lIns="426700" spcFirstLastPara="1" rIns="426700" wrap="square" tIns="2133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9"/>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2194278" y="1311275"/>
            <a:ext cx="14439900" cy="5576888"/>
          </a:xfrm>
          <a:prstGeom prst="rect">
            <a:avLst/>
          </a:prstGeom>
          <a:noFill/>
          <a:ln>
            <a:noFill/>
          </a:ln>
        </p:spPr>
        <p:txBody>
          <a:bodyPr anchorCtr="0" anchor="b" bIns="213350" lIns="426700" spcFirstLastPara="1" rIns="426700" wrap="square" tIns="21335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0"/>
          <p:cNvSpPr txBox="1"/>
          <p:nvPr>
            <p:ph idx="1" type="body"/>
          </p:nvPr>
        </p:nvSpPr>
        <p:spPr>
          <a:xfrm>
            <a:off x="17160523" y="1311275"/>
            <a:ext cx="24536400" cy="28093988"/>
          </a:xfrm>
          <a:prstGeom prst="rect">
            <a:avLst/>
          </a:prstGeom>
          <a:noFill/>
          <a:ln>
            <a:noFill/>
          </a:ln>
        </p:spPr>
        <p:txBody>
          <a:bodyPr anchorCtr="0" anchor="t" bIns="213350" lIns="426700" spcFirstLastPara="1" rIns="426700" wrap="square" tIns="21335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65" name="Google Shape;65;p10"/>
          <p:cNvSpPr txBox="1"/>
          <p:nvPr>
            <p:ph idx="2" type="body"/>
          </p:nvPr>
        </p:nvSpPr>
        <p:spPr>
          <a:xfrm>
            <a:off x="2194278" y="6888163"/>
            <a:ext cx="14439900" cy="22517100"/>
          </a:xfrm>
          <a:prstGeom prst="rect">
            <a:avLst/>
          </a:prstGeom>
          <a:noFill/>
          <a:ln>
            <a:noFill/>
          </a:ln>
        </p:spPr>
        <p:txBody>
          <a:bodyPr anchorCtr="0" anchor="t" bIns="213350" lIns="426700" spcFirstLastPara="1" rIns="426700" wrap="square" tIns="21335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6" name="Google Shape;66;p10"/>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8603545" y="23042564"/>
            <a:ext cx="26334157" cy="2720975"/>
          </a:xfrm>
          <a:prstGeom prst="rect">
            <a:avLst/>
          </a:prstGeom>
          <a:noFill/>
          <a:ln>
            <a:noFill/>
          </a:ln>
        </p:spPr>
        <p:txBody>
          <a:bodyPr anchorCtr="0" anchor="b" bIns="213350" lIns="426700" spcFirstLastPara="1" rIns="426700" wrap="square" tIns="21335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1"/>
          <p:cNvSpPr/>
          <p:nvPr>
            <p:ph idx="2" type="pic"/>
          </p:nvPr>
        </p:nvSpPr>
        <p:spPr>
          <a:xfrm>
            <a:off x="8603545" y="2941638"/>
            <a:ext cx="26334157" cy="19750088"/>
          </a:xfrm>
          <a:prstGeom prst="rect">
            <a:avLst/>
          </a:prstGeom>
          <a:noFill/>
          <a:ln>
            <a:noFill/>
          </a:ln>
        </p:spPr>
      </p:sp>
      <p:sp>
        <p:nvSpPr>
          <p:cNvPr id="72" name="Google Shape;72;p11"/>
          <p:cNvSpPr txBox="1"/>
          <p:nvPr>
            <p:ph idx="1" type="body"/>
          </p:nvPr>
        </p:nvSpPr>
        <p:spPr>
          <a:xfrm>
            <a:off x="8603545" y="25763539"/>
            <a:ext cx="26334157" cy="3862387"/>
          </a:xfrm>
          <a:prstGeom prst="rect">
            <a:avLst/>
          </a:prstGeom>
          <a:noFill/>
          <a:ln>
            <a:noFill/>
          </a:ln>
        </p:spPr>
        <p:txBody>
          <a:bodyPr anchorCtr="0" anchor="t" bIns="213350" lIns="426700" spcFirstLastPara="1" rIns="426700" wrap="square" tIns="21335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73" name="Google Shape;73;p11"/>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2"/>
          <p:cNvSpPr txBox="1"/>
          <p:nvPr>
            <p:ph type="title"/>
          </p:nvPr>
        </p:nvSpPr>
        <p:spPr>
          <a:xfrm>
            <a:off x="3294063" y="2925763"/>
            <a:ext cx="37303075" cy="5486400"/>
          </a:xfrm>
          <a:prstGeom prst="rect">
            <a:avLst/>
          </a:prstGeom>
          <a:noFill/>
          <a:ln>
            <a:noFill/>
          </a:ln>
        </p:spPr>
        <p:txBody>
          <a:bodyPr anchorCtr="0" anchor="ctr" bIns="213350" lIns="426700" spcFirstLastPara="1" rIns="426700" wrap="square" tIns="2133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12"/>
          <p:cNvSpPr txBox="1"/>
          <p:nvPr>
            <p:ph idx="1" type="body"/>
          </p:nvPr>
        </p:nvSpPr>
        <p:spPr>
          <a:xfrm rot="5400000">
            <a:off x="12069763" y="733425"/>
            <a:ext cx="19751675" cy="37303075"/>
          </a:xfrm>
          <a:prstGeom prst="rect">
            <a:avLst/>
          </a:prstGeom>
          <a:noFill/>
          <a:ln>
            <a:noFill/>
          </a:ln>
        </p:spPr>
        <p:txBody>
          <a:bodyPr anchorCtr="0" anchor="t" bIns="213350" lIns="426700" spcFirstLastPara="1" rIns="426700" wrap="square" tIns="2133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2"/>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3"/>
          <p:cNvSpPr txBox="1"/>
          <p:nvPr>
            <p:ph type="title"/>
          </p:nvPr>
        </p:nvSpPr>
        <p:spPr>
          <a:xfrm rot="5400000">
            <a:off x="22767133" y="11430266"/>
            <a:ext cx="26335038" cy="9326033"/>
          </a:xfrm>
          <a:prstGeom prst="rect">
            <a:avLst/>
          </a:prstGeom>
          <a:noFill/>
          <a:ln>
            <a:noFill/>
          </a:ln>
        </p:spPr>
        <p:txBody>
          <a:bodyPr anchorCtr="0" anchor="ctr" bIns="213350" lIns="426700" spcFirstLastPara="1" rIns="426700" wrap="square" tIns="2133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4" name="Google Shape;84;p13"/>
          <p:cNvSpPr txBox="1"/>
          <p:nvPr>
            <p:ph idx="1" type="body"/>
          </p:nvPr>
        </p:nvSpPr>
        <p:spPr>
          <a:xfrm rot="5400000">
            <a:off x="4047332" y="2171965"/>
            <a:ext cx="26335038" cy="27842635"/>
          </a:xfrm>
          <a:prstGeom prst="rect">
            <a:avLst/>
          </a:prstGeom>
          <a:noFill/>
          <a:ln>
            <a:noFill/>
          </a:ln>
        </p:spPr>
        <p:txBody>
          <a:bodyPr anchorCtr="0" anchor="t" bIns="213350" lIns="426700" spcFirstLastPara="1" rIns="426700" wrap="square" tIns="2133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13"/>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0094B3"/>
            </a:gs>
          </a:gsLst>
          <a:lin ang="5400000" scaled="0"/>
        </a:gra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3294063" y="2925763"/>
            <a:ext cx="37303075" cy="5486400"/>
          </a:xfrm>
          <a:prstGeom prst="rect">
            <a:avLst/>
          </a:prstGeom>
          <a:noFill/>
          <a:ln>
            <a:noFill/>
          </a:ln>
        </p:spPr>
        <p:txBody>
          <a:bodyPr anchorCtr="0" anchor="ctr" bIns="213350" lIns="426700" spcFirstLastPara="1" rIns="426700" wrap="square" tIns="213350">
            <a:noAutofit/>
          </a:bodyPr>
          <a:lstStyle>
            <a:lvl1pPr lvl="0"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20500" u="none" cap="none" strike="noStrike">
                <a:solidFill>
                  <a:schemeClr val="dk2"/>
                </a:solidFill>
                <a:latin typeface="Times New Roman"/>
                <a:ea typeface="Times New Roman"/>
                <a:cs typeface="Times New Roman"/>
                <a:sym typeface="Times New Roman"/>
              </a:defRPr>
            </a:lvl9pPr>
          </a:lstStyle>
          <a:p/>
        </p:txBody>
      </p:sp>
      <p:sp>
        <p:nvSpPr>
          <p:cNvPr id="11" name="Google Shape;11;p2"/>
          <p:cNvSpPr txBox="1"/>
          <p:nvPr>
            <p:ph idx="1" type="body"/>
          </p:nvPr>
        </p:nvSpPr>
        <p:spPr>
          <a:xfrm>
            <a:off x="3294063" y="9509125"/>
            <a:ext cx="37303075" cy="19751675"/>
          </a:xfrm>
          <a:prstGeom prst="rect">
            <a:avLst/>
          </a:prstGeom>
          <a:noFill/>
          <a:ln>
            <a:noFill/>
          </a:ln>
        </p:spPr>
        <p:txBody>
          <a:bodyPr anchorCtr="0" anchor="t" bIns="213350" lIns="426700" spcFirstLastPara="1" rIns="426700" wrap="square" tIns="213350">
            <a:noAutofit/>
          </a:bodyPr>
          <a:lstStyle>
            <a:lvl1pPr indent="-1174750" lvl="0" marL="457200" marR="0" rtl="0" algn="l">
              <a:spcBef>
                <a:spcPts val="2980"/>
              </a:spcBef>
              <a:spcAft>
                <a:spcPts val="0"/>
              </a:spcAft>
              <a:buClr>
                <a:schemeClr val="dk1"/>
              </a:buClr>
              <a:buSzPts val="14900"/>
              <a:buFont typeface="Times New Roman"/>
              <a:buChar char="•"/>
              <a:defRPr b="0" i="0" sz="14900" u="none" cap="none" strike="noStrike">
                <a:solidFill>
                  <a:schemeClr val="dk1"/>
                </a:solidFill>
                <a:latin typeface="Times New Roman"/>
                <a:ea typeface="Times New Roman"/>
                <a:cs typeface="Times New Roman"/>
                <a:sym typeface="Times New Roman"/>
              </a:defRPr>
            </a:lvl1pPr>
            <a:lvl2pPr indent="-1060450" lvl="1" marL="914400" marR="0" rtl="0" algn="l">
              <a:spcBef>
                <a:spcPts val="2620"/>
              </a:spcBef>
              <a:spcAft>
                <a:spcPts val="0"/>
              </a:spcAft>
              <a:buClr>
                <a:schemeClr val="dk1"/>
              </a:buClr>
              <a:buSzPts val="13100"/>
              <a:buFont typeface="Times New Roman"/>
              <a:buChar char="–"/>
              <a:defRPr b="0" i="0" sz="13100" u="none" cap="none" strike="noStrike">
                <a:solidFill>
                  <a:schemeClr val="dk1"/>
                </a:solidFill>
                <a:latin typeface="Times New Roman"/>
                <a:ea typeface="Times New Roman"/>
                <a:cs typeface="Times New Roman"/>
                <a:sym typeface="Times New Roman"/>
              </a:defRPr>
            </a:lvl2pPr>
            <a:lvl3pPr indent="-939800" lvl="2" marL="1371600" marR="0" rtl="0" algn="l">
              <a:spcBef>
                <a:spcPts val="2240"/>
              </a:spcBef>
              <a:spcAft>
                <a:spcPts val="0"/>
              </a:spcAft>
              <a:buClr>
                <a:schemeClr val="dk1"/>
              </a:buClr>
              <a:buSzPts val="11200"/>
              <a:buFont typeface="Times New Roman"/>
              <a:buChar char="•"/>
              <a:defRPr b="0" i="0" sz="11200" u="none" cap="none" strike="noStrike">
                <a:solidFill>
                  <a:schemeClr val="dk1"/>
                </a:solidFill>
                <a:latin typeface="Times New Roman"/>
                <a:ea typeface="Times New Roman"/>
                <a:cs typeface="Times New Roman"/>
                <a:sym typeface="Times New Roman"/>
              </a:defRPr>
            </a:lvl3pPr>
            <a:lvl4pPr indent="-819150" lvl="3" marL="1828800" marR="0" rtl="0" algn="l">
              <a:spcBef>
                <a:spcPts val="1860"/>
              </a:spcBef>
              <a:spcAft>
                <a:spcPts val="0"/>
              </a:spcAft>
              <a:buClr>
                <a:schemeClr val="dk1"/>
              </a:buClr>
              <a:buSzPts val="9300"/>
              <a:buFont typeface="Times New Roman"/>
              <a:buChar char="–"/>
              <a:defRPr b="0" i="0" sz="9300" u="none" cap="none" strike="noStrike">
                <a:solidFill>
                  <a:schemeClr val="dk1"/>
                </a:solidFill>
                <a:latin typeface="Times New Roman"/>
                <a:ea typeface="Times New Roman"/>
                <a:cs typeface="Times New Roman"/>
                <a:sym typeface="Times New Roman"/>
              </a:defRPr>
            </a:lvl4pPr>
            <a:lvl5pPr indent="-819150" lvl="4" marL="2286000" marR="0" rtl="0" algn="l">
              <a:spcBef>
                <a:spcPts val="1860"/>
              </a:spcBef>
              <a:spcAft>
                <a:spcPts val="0"/>
              </a:spcAft>
              <a:buClr>
                <a:schemeClr val="dk1"/>
              </a:buClr>
              <a:buSzPts val="9300"/>
              <a:buFont typeface="Times New Roman"/>
              <a:buChar char="»"/>
              <a:defRPr b="0" i="0" sz="9300" u="none" cap="none" strike="noStrike">
                <a:solidFill>
                  <a:schemeClr val="dk1"/>
                </a:solidFill>
                <a:latin typeface="Times New Roman"/>
                <a:ea typeface="Times New Roman"/>
                <a:cs typeface="Times New Roman"/>
                <a:sym typeface="Times New Roman"/>
              </a:defRPr>
            </a:lvl5pPr>
            <a:lvl6pPr indent="-819150" lvl="5" marL="2743200" marR="0" rtl="0" algn="l">
              <a:spcBef>
                <a:spcPts val="1860"/>
              </a:spcBef>
              <a:spcAft>
                <a:spcPts val="0"/>
              </a:spcAft>
              <a:buClr>
                <a:schemeClr val="dk1"/>
              </a:buClr>
              <a:buSzPts val="9300"/>
              <a:buFont typeface="Times New Roman"/>
              <a:buChar char="»"/>
              <a:defRPr b="0" i="0" sz="9300" u="none" cap="none" strike="noStrike">
                <a:solidFill>
                  <a:schemeClr val="dk1"/>
                </a:solidFill>
                <a:latin typeface="Times New Roman"/>
                <a:ea typeface="Times New Roman"/>
                <a:cs typeface="Times New Roman"/>
                <a:sym typeface="Times New Roman"/>
              </a:defRPr>
            </a:lvl6pPr>
            <a:lvl7pPr indent="-819150" lvl="6" marL="3200400" marR="0" rtl="0" algn="l">
              <a:spcBef>
                <a:spcPts val="1860"/>
              </a:spcBef>
              <a:spcAft>
                <a:spcPts val="0"/>
              </a:spcAft>
              <a:buClr>
                <a:schemeClr val="dk1"/>
              </a:buClr>
              <a:buSzPts val="9300"/>
              <a:buFont typeface="Times New Roman"/>
              <a:buChar char="»"/>
              <a:defRPr b="0" i="0" sz="9300" u="none" cap="none" strike="noStrike">
                <a:solidFill>
                  <a:schemeClr val="dk1"/>
                </a:solidFill>
                <a:latin typeface="Times New Roman"/>
                <a:ea typeface="Times New Roman"/>
                <a:cs typeface="Times New Roman"/>
                <a:sym typeface="Times New Roman"/>
              </a:defRPr>
            </a:lvl7pPr>
            <a:lvl8pPr indent="-819150" lvl="7" marL="3657600" marR="0" rtl="0" algn="l">
              <a:spcBef>
                <a:spcPts val="1860"/>
              </a:spcBef>
              <a:spcAft>
                <a:spcPts val="0"/>
              </a:spcAft>
              <a:buClr>
                <a:schemeClr val="dk1"/>
              </a:buClr>
              <a:buSzPts val="9300"/>
              <a:buFont typeface="Times New Roman"/>
              <a:buChar char="»"/>
              <a:defRPr b="0" i="0" sz="9300" u="none" cap="none" strike="noStrike">
                <a:solidFill>
                  <a:schemeClr val="dk1"/>
                </a:solidFill>
                <a:latin typeface="Times New Roman"/>
                <a:ea typeface="Times New Roman"/>
                <a:cs typeface="Times New Roman"/>
                <a:sym typeface="Times New Roman"/>
              </a:defRPr>
            </a:lvl8pPr>
            <a:lvl9pPr indent="-819150" lvl="8" marL="4114800" marR="0" rtl="0" algn="l">
              <a:spcBef>
                <a:spcPts val="1860"/>
              </a:spcBef>
              <a:spcAft>
                <a:spcPts val="0"/>
              </a:spcAft>
              <a:buClr>
                <a:schemeClr val="dk1"/>
              </a:buClr>
              <a:buSzPts val="9300"/>
              <a:buFont typeface="Times New Roman"/>
              <a:buChar char="»"/>
              <a:defRPr b="0" i="0" sz="9300" u="none" cap="none" strike="noStrike">
                <a:solidFill>
                  <a:schemeClr val="dk1"/>
                </a:solidFill>
                <a:latin typeface="Times New Roman"/>
                <a:ea typeface="Times New Roman"/>
                <a:cs typeface="Times New Roman"/>
                <a:sym typeface="Times New Roman"/>
              </a:defRPr>
            </a:lvl9pPr>
          </a:lstStyle>
          <a:p/>
        </p:txBody>
      </p:sp>
      <p:sp>
        <p:nvSpPr>
          <p:cNvPr id="12" name="Google Shape;12;p2"/>
          <p:cNvSpPr txBox="1"/>
          <p:nvPr>
            <p:ph idx="10" type="dt"/>
          </p:nvPr>
        </p:nvSpPr>
        <p:spPr>
          <a:xfrm>
            <a:off x="3294063" y="29992638"/>
            <a:ext cx="9144000" cy="2193925"/>
          </a:xfrm>
          <a:prstGeom prst="rect">
            <a:avLst/>
          </a:prstGeom>
          <a:noFill/>
          <a:ln>
            <a:noFill/>
          </a:ln>
        </p:spPr>
        <p:txBody>
          <a:bodyPr anchorCtr="0" anchor="t" bIns="213350" lIns="426700" spcFirstLastPara="1" rIns="426700" wrap="square" tIns="213350">
            <a:noAutofit/>
          </a:bodyPr>
          <a:lstStyle>
            <a:lvl1pPr lvl="0" marR="0" rtl="0" algn="l">
              <a:spcBef>
                <a:spcPts val="0"/>
              </a:spcBef>
              <a:spcAft>
                <a:spcPts val="0"/>
              </a:spcAft>
              <a:buSzPts val="1400"/>
              <a:buNone/>
              <a:defRPr b="0" i="0" sz="65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2"/>
          <p:cNvSpPr txBox="1"/>
          <p:nvPr>
            <p:ph idx="11" type="ftr"/>
          </p:nvPr>
        </p:nvSpPr>
        <p:spPr>
          <a:xfrm>
            <a:off x="14993938" y="29992638"/>
            <a:ext cx="13903325" cy="2193925"/>
          </a:xfrm>
          <a:prstGeom prst="rect">
            <a:avLst/>
          </a:prstGeom>
          <a:noFill/>
          <a:ln>
            <a:noFill/>
          </a:ln>
        </p:spPr>
        <p:txBody>
          <a:bodyPr anchorCtr="0" anchor="t" bIns="213350" lIns="426700" spcFirstLastPara="1" rIns="426700" wrap="square" tIns="213350">
            <a:noAutofit/>
          </a:bodyPr>
          <a:lstStyle>
            <a:lvl1pPr lvl="0" marR="0" rtl="0" algn="ctr">
              <a:spcBef>
                <a:spcPts val="0"/>
              </a:spcBef>
              <a:spcAft>
                <a:spcPts val="0"/>
              </a:spcAft>
              <a:buSzPts val="1400"/>
              <a:buNone/>
              <a:defRPr b="0" i="0" sz="65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2"/>
          <p:cNvSpPr txBox="1"/>
          <p:nvPr>
            <p:ph idx="12" type="sldNum"/>
          </p:nvPr>
        </p:nvSpPr>
        <p:spPr>
          <a:xfrm>
            <a:off x="31453138" y="29992638"/>
            <a:ext cx="9144000" cy="2193925"/>
          </a:xfrm>
          <a:prstGeom prst="rect">
            <a:avLst/>
          </a:prstGeom>
          <a:noFill/>
          <a:ln>
            <a:noFill/>
          </a:ln>
        </p:spPr>
        <p:txBody>
          <a:bodyPr anchorCtr="0" anchor="t" bIns="213350" lIns="426700" spcFirstLastPara="1" rIns="426700" wrap="square" tIns="213350">
            <a:noAutofit/>
          </a:bodyPr>
          <a:lstStyle>
            <a:lvl1pPr indent="0" lvl="0"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65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2"/>
          <p:cNvPicPr preferRelativeResize="0"/>
          <p:nvPr/>
        </p:nvPicPr>
        <p:blipFill rotWithShape="1">
          <a:blip r:embed="rId1">
            <a:alphaModFix/>
          </a:blip>
          <a:srcRect b="0" l="0" r="0" t="0"/>
          <a:stretch/>
        </p:blipFill>
        <p:spPr>
          <a:xfrm rot="-5400000">
            <a:off x="-11074400" y="16459200"/>
            <a:ext cx="14274800" cy="3937000"/>
          </a:xfrm>
          <a:prstGeom prst="rect">
            <a:avLst/>
          </a:prstGeom>
          <a:noFill/>
          <a:ln>
            <a:noFill/>
          </a:ln>
        </p:spPr>
      </p:pic>
      <p:pic>
        <p:nvPicPr>
          <p:cNvPr id="16" name="Google Shape;16;p2"/>
          <p:cNvPicPr preferRelativeResize="0"/>
          <p:nvPr/>
        </p:nvPicPr>
        <p:blipFill rotWithShape="1">
          <a:blip r:embed="rId1">
            <a:alphaModFix/>
          </a:blip>
          <a:srcRect b="0" l="0" r="0" t="0"/>
          <a:stretch/>
        </p:blipFill>
        <p:spPr>
          <a:xfrm rot="5400000">
            <a:off x="40690800" y="16459200"/>
            <a:ext cx="14274800" cy="3937000"/>
          </a:xfrm>
          <a:prstGeom prst="rect">
            <a:avLst/>
          </a:prstGeom>
          <a:noFill/>
          <a:ln>
            <a:noFill/>
          </a:ln>
        </p:spPr>
      </p:pic>
      <p:pic>
        <p:nvPicPr>
          <p:cNvPr id="17" name="Google Shape;17;p2"/>
          <p:cNvPicPr preferRelativeResize="0"/>
          <p:nvPr/>
        </p:nvPicPr>
        <p:blipFill rotWithShape="1">
          <a:blip r:embed="rId2">
            <a:alphaModFix/>
          </a:blip>
          <a:srcRect b="0" l="0" r="0" t="0"/>
          <a:stretch/>
        </p:blipFill>
        <p:spPr>
          <a:xfrm>
            <a:off x="6946900" y="33426400"/>
            <a:ext cx="29997400" cy="1447800"/>
          </a:xfrm>
          <a:prstGeom prst="rect">
            <a:avLst/>
          </a:prstGeom>
          <a:noFill/>
          <a:ln>
            <a:noFill/>
          </a:ln>
        </p:spPr>
      </p:pic>
      <p:sp>
        <p:nvSpPr>
          <p:cNvPr id="18" name="Google Shape;18;p2"/>
          <p:cNvSpPr/>
          <p:nvPr/>
        </p:nvSpPr>
        <p:spPr>
          <a:xfrm>
            <a:off x="6946900" y="33997900"/>
            <a:ext cx="21945600" cy="127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4560" u="none" cap="none" strike="noStrike">
                <a:solidFill>
                  <a:srgbClr val="808080"/>
                </a:solidFill>
                <a:latin typeface="Times New Roman"/>
                <a:ea typeface="Times New Roman"/>
                <a:cs typeface="Times New Roman"/>
                <a:sym typeface="Times New Roman"/>
              </a:rPr>
              <a:t>Template ID: persuadingsapphire  Size: 48x36</a:t>
            </a:r>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g356c1125c60_1_6"/>
          <p:cNvSpPr/>
          <p:nvPr/>
        </p:nvSpPr>
        <p:spPr>
          <a:xfrm>
            <a:off x="0" y="0"/>
            <a:ext cx="43891200" cy="4582200"/>
          </a:xfrm>
          <a:prstGeom prst="rect">
            <a:avLst/>
          </a:prstGeom>
          <a:gradFill>
            <a:gsLst>
              <a:gs pos="0">
                <a:srgbClr val="427889"/>
              </a:gs>
              <a:gs pos="100000">
                <a:srgbClr val="093053"/>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94" name="Google Shape;94;g356c1125c60_1_6"/>
          <p:cNvSpPr txBox="1"/>
          <p:nvPr/>
        </p:nvSpPr>
        <p:spPr>
          <a:xfrm>
            <a:off x="10744200" y="433825"/>
            <a:ext cx="32597700" cy="2746800"/>
          </a:xfrm>
          <a:prstGeom prst="rect">
            <a:avLst/>
          </a:prstGeom>
          <a:noFill/>
          <a:ln>
            <a:noFill/>
          </a:ln>
        </p:spPr>
        <p:txBody>
          <a:bodyPr anchorCtr="0" anchor="t" bIns="64000" lIns="128000" spcFirstLastPara="1" rIns="128000" wrap="square" tIns="64000">
            <a:noAutofit/>
          </a:bodyPr>
          <a:lstStyle/>
          <a:p>
            <a:pPr indent="0" lvl="0" marL="0" marR="0" rtl="0" algn="l">
              <a:spcBef>
                <a:spcPts val="0"/>
              </a:spcBef>
              <a:spcAft>
                <a:spcPts val="0"/>
              </a:spcAft>
              <a:buClr>
                <a:srgbClr val="235078"/>
              </a:buClr>
              <a:buSzPts val="8500"/>
              <a:buFont typeface="Libre Baskerville"/>
              <a:buNone/>
            </a:pPr>
            <a:r>
              <a:rPr b="1" i="0" lang="en-US" sz="11100" u="none" cap="none" strike="noStrike">
                <a:solidFill>
                  <a:schemeClr val="lt1"/>
                </a:solidFill>
                <a:latin typeface="Verdana"/>
                <a:ea typeface="Verdana"/>
                <a:cs typeface="Verdana"/>
                <a:sym typeface="Verdana"/>
              </a:rPr>
              <a:t>Data Mining in Brain Tumor Detection</a:t>
            </a:r>
            <a:endParaRPr b="1" sz="4000">
              <a:solidFill>
                <a:schemeClr val="lt1"/>
              </a:solidFill>
              <a:latin typeface="Verdana"/>
              <a:ea typeface="Verdana"/>
              <a:cs typeface="Verdana"/>
              <a:sym typeface="Verdana"/>
            </a:endParaRPr>
          </a:p>
        </p:txBody>
      </p:sp>
      <p:sp>
        <p:nvSpPr>
          <p:cNvPr id="95" name="Google Shape;95;g356c1125c60_1_6"/>
          <p:cNvSpPr txBox="1"/>
          <p:nvPr/>
        </p:nvSpPr>
        <p:spPr>
          <a:xfrm>
            <a:off x="10972800" y="2224400"/>
            <a:ext cx="33101700" cy="1288800"/>
          </a:xfrm>
          <a:prstGeom prst="rect">
            <a:avLst/>
          </a:prstGeom>
          <a:noFill/>
          <a:ln>
            <a:noFill/>
          </a:ln>
        </p:spPr>
        <p:txBody>
          <a:bodyPr anchorCtr="0" anchor="t" bIns="64000" lIns="128000" spcFirstLastPara="1" rIns="128000" wrap="square" tIns="64000">
            <a:spAutoFit/>
          </a:bodyPr>
          <a:lstStyle/>
          <a:p>
            <a:pPr indent="0" lvl="0" marL="0" marR="0" rtl="0" algn="l">
              <a:spcBef>
                <a:spcPts val="0"/>
              </a:spcBef>
              <a:spcAft>
                <a:spcPts val="0"/>
              </a:spcAft>
              <a:buClr>
                <a:srgbClr val="1482A5"/>
              </a:buClr>
              <a:buSzPts val="5600"/>
              <a:buFont typeface="Arial"/>
              <a:buNone/>
            </a:pPr>
            <a:r>
              <a:rPr b="0" i="0" lang="en-US" sz="5400" u="none" cap="none" strike="noStrike">
                <a:solidFill>
                  <a:schemeClr val="lt1"/>
                </a:solidFill>
                <a:latin typeface="Montserrat Light"/>
                <a:ea typeface="Montserrat Light"/>
                <a:cs typeface="Montserrat Light"/>
                <a:sym typeface="Montserrat Light"/>
              </a:rPr>
              <a:t>Tariere Timitimi, Ana Sytina, Tahmidul Haque</a:t>
            </a:r>
            <a:endParaRPr sz="1200">
              <a:solidFill>
                <a:schemeClr val="lt1"/>
              </a:solidFill>
            </a:endParaRPr>
          </a:p>
          <a:p>
            <a:pPr indent="0" lvl="0" marL="0" marR="0" rtl="0" algn="l">
              <a:spcBef>
                <a:spcPts val="1120"/>
              </a:spcBef>
              <a:spcAft>
                <a:spcPts val="0"/>
              </a:spcAft>
              <a:buClr>
                <a:srgbClr val="1482A5"/>
              </a:buClr>
              <a:buSzPts val="5600"/>
              <a:buFont typeface="Arial"/>
              <a:buNone/>
            </a:pPr>
            <a:r>
              <a:t/>
            </a:r>
            <a:endParaRPr sz="1200">
              <a:solidFill>
                <a:schemeClr val="lt1"/>
              </a:solidFill>
            </a:endParaRPr>
          </a:p>
        </p:txBody>
      </p:sp>
      <p:sp>
        <p:nvSpPr>
          <p:cNvPr id="96" name="Google Shape;96;g356c1125c60_1_6"/>
          <p:cNvSpPr/>
          <p:nvPr/>
        </p:nvSpPr>
        <p:spPr>
          <a:xfrm>
            <a:off x="685800" y="4961300"/>
            <a:ext cx="10287000" cy="11142300"/>
          </a:xfrm>
          <a:prstGeom prst="rect">
            <a:avLst/>
          </a:prstGeom>
          <a:solidFill>
            <a:srgbClr val="E1E6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chemeClr val="dk1"/>
              </a:solidFill>
              <a:latin typeface="Times New Roman"/>
              <a:ea typeface="Times New Roman"/>
              <a:cs typeface="Times New Roman"/>
              <a:sym typeface="Times New Roman"/>
            </a:endParaRPr>
          </a:p>
        </p:txBody>
      </p:sp>
      <p:sp>
        <p:nvSpPr>
          <p:cNvPr id="97" name="Google Shape;97;g356c1125c60_1_6"/>
          <p:cNvSpPr/>
          <p:nvPr/>
        </p:nvSpPr>
        <p:spPr>
          <a:xfrm>
            <a:off x="33147000" y="4986675"/>
            <a:ext cx="10058400" cy="12482400"/>
          </a:xfrm>
          <a:prstGeom prst="rect">
            <a:avLst/>
          </a:prstGeom>
          <a:solidFill>
            <a:srgbClr val="E1E6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chemeClr val="dk1"/>
              </a:solidFill>
              <a:latin typeface="Times New Roman"/>
              <a:ea typeface="Times New Roman"/>
              <a:cs typeface="Times New Roman"/>
              <a:sym typeface="Times New Roman"/>
            </a:endParaRPr>
          </a:p>
        </p:txBody>
      </p:sp>
      <p:sp>
        <p:nvSpPr>
          <p:cNvPr id="98" name="Google Shape;98;g356c1125c60_1_6"/>
          <p:cNvSpPr/>
          <p:nvPr/>
        </p:nvSpPr>
        <p:spPr>
          <a:xfrm>
            <a:off x="21888300" y="4991563"/>
            <a:ext cx="10923900" cy="27271200"/>
          </a:xfrm>
          <a:prstGeom prst="rect">
            <a:avLst/>
          </a:prstGeom>
          <a:solidFill>
            <a:srgbClr val="E1E6D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a:t>
            </a:r>
            <a:endParaRPr b="0" i="0" sz="2800" u="none" cap="none" strike="noStrike">
              <a:solidFill>
                <a:schemeClr val="dk1"/>
              </a:solidFill>
              <a:latin typeface="Times New Roman"/>
              <a:ea typeface="Times New Roman"/>
              <a:cs typeface="Times New Roman"/>
              <a:sym typeface="Times New Roman"/>
            </a:endParaRPr>
          </a:p>
        </p:txBody>
      </p:sp>
      <p:sp>
        <p:nvSpPr>
          <p:cNvPr id="99" name="Google Shape;99;g356c1125c60_1_6"/>
          <p:cNvSpPr/>
          <p:nvPr/>
        </p:nvSpPr>
        <p:spPr>
          <a:xfrm>
            <a:off x="685800" y="16287600"/>
            <a:ext cx="10287000" cy="15945000"/>
          </a:xfrm>
          <a:prstGeom prst="rect">
            <a:avLst/>
          </a:prstGeom>
          <a:solidFill>
            <a:srgbClr val="E1E6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chemeClr val="dk1"/>
              </a:solidFill>
              <a:latin typeface="Times New Roman"/>
              <a:ea typeface="Times New Roman"/>
              <a:cs typeface="Times New Roman"/>
              <a:sym typeface="Times New Roman"/>
            </a:endParaRPr>
          </a:p>
        </p:txBody>
      </p:sp>
      <p:sp>
        <p:nvSpPr>
          <p:cNvPr id="100" name="Google Shape;100;g356c1125c60_1_6"/>
          <p:cNvSpPr/>
          <p:nvPr/>
        </p:nvSpPr>
        <p:spPr>
          <a:xfrm>
            <a:off x="11277600" y="16287500"/>
            <a:ext cx="10287000" cy="15945000"/>
          </a:xfrm>
          <a:prstGeom prst="rect">
            <a:avLst/>
          </a:prstGeom>
          <a:solidFill>
            <a:srgbClr val="E1E6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chemeClr val="dk1"/>
              </a:solidFill>
              <a:latin typeface="Times New Roman"/>
              <a:ea typeface="Times New Roman"/>
              <a:cs typeface="Times New Roman"/>
              <a:sym typeface="Times New Roman"/>
            </a:endParaRPr>
          </a:p>
        </p:txBody>
      </p:sp>
      <p:sp>
        <p:nvSpPr>
          <p:cNvPr id="101" name="Google Shape;101;g356c1125c60_1_6"/>
          <p:cNvSpPr/>
          <p:nvPr/>
        </p:nvSpPr>
        <p:spPr>
          <a:xfrm>
            <a:off x="11277625" y="4961300"/>
            <a:ext cx="10287000" cy="11142300"/>
          </a:xfrm>
          <a:prstGeom prst="rect">
            <a:avLst/>
          </a:prstGeom>
          <a:solidFill>
            <a:srgbClr val="E1E6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chemeClr val="dk1"/>
              </a:solidFill>
              <a:latin typeface="Times New Roman"/>
              <a:ea typeface="Times New Roman"/>
              <a:cs typeface="Times New Roman"/>
              <a:sym typeface="Times New Roman"/>
            </a:endParaRPr>
          </a:p>
        </p:txBody>
      </p:sp>
      <p:sp>
        <p:nvSpPr>
          <p:cNvPr id="102" name="Google Shape;102;g356c1125c60_1_6"/>
          <p:cNvSpPr/>
          <p:nvPr/>
        </p:nvSpPr>
        <p:spPr>
          <a:xfrm>
            <a:off x="33147000" y="17637850"/>
            <a:ext cx="10058400" cy="10763100"/>
          </a:xfrm>
          <a:prstGeom prst="rect">
            <a:avLst/>
          </a:prstGeom>
          <a:solidFill>
            <a:srgbClr val="E1E6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600" u="none" cap="none" strike="noStrike">
              <a:solidFill>
                <a:schemeClr val="dk1"/>
              </a:solidFill>
              <a:latin typeface="Times New Roman"/>
              <a:ea typeface="Times New Roman"/>
              <a:cs typeface="Times New Roman"/>
              <a:sym typeface="Times New Roman"/>
            </a:endParaRPr>
          </a:p>
        </p:txBody>
      </p:sp>
      <p:sp>
        <p:nvSpPr>
          <p:cNvPr id="103" name="Google Shape;103;g356c1125c60_1_6"/>
          <p:cNvSpPr txBox="1"/>
          <p:nvPr/>
        </p:nvSpPr>
        <p:spPr>
          <a:xfrm>
            <a:off x="685800" y="6006125"/>
            <a:ext cx="9827700" cy="11174700"/>
          </a:xfrm>
          <a:prstGeom prst="rect">
            <a:avLst/>
          </a:prstGeom>
          <a:noFill/>
          <a:ln>
            <a:noFill/>
          </a:ln>
        </p:spPr>
        <p:txBody>
          <a:bodyPr anchorCtr="0" anchor="t" bIns="45700" lIns="91425" spcFirstLastPara="1" rIns="91425" wrap="square" tIns="45700">
            <a:spAutoFit/>
          </a:bodyPr>
          <a:lstStyle/>
          <a:p>
            <a:pPr indent="-444500" lvl="0" marL="457200" marR="0" rtl="0" algn="l">
              <a:spcBef>
                <a:spcPts val="0"/>
              </a:spcBef>
              <a:spcAft>
                <a:spcPts val="0"/>
              </a:spcAft>
              <a:buClr>
                <a:schemeClr val="dk1"/>
              </a:buClr>
              <a:buSzPts val="3400"/>
              <a:buFont typeface="Times New Roman"/>
              <a:buChar char="●"/>
            </a:pPr>
            <a:r>
              <a:rPr lang="en-US" sz="3400">
                <a:solidFill>
                  <a:schemeClr val="dk1"/>
                </a:solidFill>
                <a:latin typeface="Times New Roman"/>
                <a:ea typeface="Times New Roman"/>
                <a:cs typeface="Times New Roman"/>
                <a:sym typeface="Times New Roman"/>
              </a:rPr>
              <a:t>Brain Tumors became greatly complicated due to later detections resulted in limited time for response</a:t>
            </a:r>
            <a:endParaRPr sz="3400">
              <a:solidFill>
                <a:schemeClr val="dk1"/>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3400">
              <a:solidFill>
                <a:schemeClr val="dk1"/>
              </a:solidFill>
              <a:latin typeface="Times New Roman"/>
              <a:ea typeface="Times New Roman"/>
              <a:cs typeface="Times New Roman"/>
              <a:sym typeface="Times New Roman"/>
            </a:endParaRPr>
          </a:p>
          <a:p>
            <a:pPr indent="-444500" lvl="0" marL="457200" marR="0" rtl="0" algn="l">
              <a:spcBef>
                <a:spcPts val="0"/>
              </a:spcBef>
              <a:spcAft>
                <a:spcPts val="0"/>
              </a:spcAft>
              <a:buClr>
                <a:schemeClr val="dk1"/>
              </a:buClr>
              <a:buSzPts val="3400"/>
              <a:buFont typeface="Times New Roman"/>
              <a:buChar char="●"/>
            </a:pPr>
            <a:r>
              <a:rPr i="0" lang="en-US" sz="3400" u="none" cap="none" strike="noStrike">
                <a:solidFill>
                  <a:schemeClr val="dk1"/>
                </a:solidFill>
                <a:latin typeface="Times New Roman"/>
                <a:ea typeface="Times New Roman"/>
                <a:cs typeface="Times New Roman"/>
                <a:sym typeface="Times New Roman"/>
              </a:rPr>
              <a:t>Many fields rely on Data Mining Techniques to increase precision, diagnosis due to technical advancements</a:t>
            </a:r>
            <a:endParaRPr sz="3400">
              <a:solidFill>
                <a:schemeClr val="dk1"/>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3400">
              <a:solidFill>
                <a:schemeClr val="dk1"/>
              </a:solidFill>
              <a:latin typeface="Times New Roman"/>
              <a:ea typeface="Times New Roman"/>
              <a:cs typeface="Times New Roman"/>
              <a:sym typeface="Times New Roman"/>
            </a:endParaRPr>
          </a:p>
          <a:p>
            <a:pPr indent="-444500" lvl="0" marL="457200" marR="0" rtl="0" algn="l">
              <a:spcBef>
                <a:spcPts val="0"/>
              </a:spcBef>
              <a:spcAft>
                <a:spcPts val="0"/>
              </a:spcAft>
              <a:buClr>
                <a:schemeClr val="dk1"/>
              </a:buClr>
              <a:buSzPts val="3400"/>
              <a:buFont typeface="Times New Roman"/>
              <a:buChar char="●"/>
            </a:pPr>
            <a:r>
              <a:rPr lang="en-US" sz="3400">
                <a:solidFill>
                  <a:schemeClr val="dk1"/>
                </a:solidFill>
                <a:latin typeface="Times New Roman"/>
                <a:ea typeface="Times New Roman"/>
                <a:cs typeface="Times New Roman"/>
                <a:sym typeface="Times New Roman"/>
              </a:rPr>
              <a:t>Data Mining Techniques can </a:t>
            </a:r>
            <a:r>
              <a:rPr i="0" lang="en-US" sz="3400" u="none" cap="none" strike="noStrike">
                <a:solidFill>
                  <a:schemeClr val="dk1"/>
                </a:solidFill>
                <a:latin typeface="Times New Roman"/>
                <a:ea typeface="Times New Roman"/>
                <a:cs typeface="Times New Roman"/>
                <a:sym typeface="Times New Roman"/>
              </a:rPr>
              <a:t>increase early detections and speed up treatments and increase prevention rates</a:t>
            </a:r>
            <a:endParaRPr sz="3400">
              <a:solidFill>
                <a:schemeClr val="dk1"/>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3400">
              <a:solidFill>
                <a:schemeClr val="dk1"/>
              </a:solidFill>
              <a:latin typeface="Times New Roman"/>
              <a:ea typeface="Times New Roman"/>
              <a:cs typeface="Times New Roman"/>
              <a:sym typeface="Times New Roman"/>
            </a:endParaRPr>
          </a:p>
          <a:p>
            <a:pPr indent="-444500" lvl="0" marL="457200" marR="0" rtl="0" algn="l">
              <a:spcBef>
                <a:spcPts val="0"/>
              </a:spcBef>
              <a:spcAft>
                <a:spcPts val="0"/>
              </a:spcAft>
              <a:buClr>
                <a:schemeClr val="dk1"/>
              </a:buClr>
              <a:buSzPts val="3400"/>
              <a:buFont typeface="Times New Roman"/>
              <a:buChar char="●"/>
            </a:pPr>
            <a:r>
              <a:rPr i="0" lang="en-US" sz="3400" u="none" cap="none" strike="noStrike">
                <a:solidFill>
                  <a:schemeClr val="dk1"/>
                </a:solidFill>
                <a:latin typeface="Times New Roman"/>
                <a:ea typeface="Times New Roman"/>
                <a:cs typeface="Times New Roman"/>
                <a:sym typeface="Times New Roman"/>
              </a:rPr>
              <a:t>Our Goal is to determine what is causing tumors to form within a human</a:t>
            </a:r>
            <a:endParaRPr sz="3400">
              <a:solidFill>
                <a:schemeClr val="dk1"/>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3400">
              <a:solidFill>
                <a:schemeClr val="dk1"/>
              </a:solidFill>
              <a:latin typeface="Times New Roman"/>
              <a:ea typeface="Times New Roman"/>
              <a:cs typeface="Times New Roman"/>
              <a:sym typeface="Times New Roman"/>
            </a:endParaRPr>
          </a:p>
          <a:p>
            <a:pPr indent="-444500" lvl="0" marL="457200" marR="0" rtl="0" algn="l">
              <a:spcBef>
                <a:spcPts val="0"/>
              </a:spcBef>
              <a:spcAft>
                <a:spcPts val="0"/>
              </a:spcAft>
              <a:buClr>
                <a:schemeClr val="dk1"/>
              </a:buClr>
              <a:buSzPts val="3400"/>
              <a:buFont typeface="Times New Roman"/>
              <a:buChar char="●"/>
            </a:pPr>
            <a:r>
              <a:rPr i="0" lang="en-US" sz="3400" u="none" cap="none" strike="noStrike">
                <a:solidFill>
                  <a:schemeClr val="dk1"/>
                </a:solidFill>
                <a:latin typeface="Times New Roman"/>
                <a:ea typeface="Times New Roman"/>
                <a:cs typeface="Times New Roman"/>
                <a:sym typeface="Times New Roman"/>
              </a:rPr>
              <a:t>We can conduct hypothesis for timing, detections, and treatment plannings</a:t>
            </a:r>
            <a:endParaRPr sz="3400">
              <a:solidFill>
                <a:schemeClr val="dk1"/>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3400">
              <a:solidFill>
                <a:schemeClr val="dk1"/>
              </a:solidFill>
              <a:latin typeface="Times New Roman"/>
              <a:ea typeface="Times New Roman"/>
              <a:cs typeface="Times New Roman"/>
              <a:sym typeface="Times New Roman"/>
            </a:endParaRPr>
          </a:p>
          <a:p>
            <a:pPr indent="-444500" lvl="0" marL="457200" marR="0" rtl="0" algn="l">
              <a:spcBef>
                <a:spcPts val="0"/>
              </a:spcBef>
              <a:spcAft>
                <a:spcPts val="0"/>
              </a:spcAft>
              <a:buClr>
                <a:schemeClr val="dk1"/>
              </a:buClr>
              <a:buSzPts val="3400"/>
              <a:buFont typeface="Times New Roman"/>
              <a:buChar char="●"/>
            </a:pPr>
            <a:r>
              <a:rPr i="0" lang="en-US" sz="3400" u="none" cap="none" strike="noStrike">
                <a:solidFill>
                  <a:schemeClr val="dk1"/>
                </a:solidFill>
                <a:latin typeface="Times New Roman"/>
                <a:ea typeface="Times New Roman"/>
                <a:cs typeface="Times New Roman"/>
                <a:sym typeface="Times New Roman"/>
              </a:rPr>
              <a:t>Enforcing techniques such as Predictive </a:t>
            </a:r>
            <a:r>
              <a:rPr lang="en-US" sz="3400">
                <a:solidFill>
                  <a:schemeClr val="dk1"/>
                </a:solidFill>
                <a:latin typeface="Times New Roman"/>
                <a:ea typeface="Times New Roman"/>
                <a:cs typeface="Times New Roman"/>
                <a:sym typeface="Times New Roman"/>
              </a:rPr>
              <a:t>Modeling</a:t>
            </a:r>
            <a:r>
              <a:rPr i="0" lang="en-US" sz="3400" u="none" cap="none" strike="noStrike">
                <a:solidFill>
                  <a:schemeClr val="dk1"/>
                </a:solidFill>
                <a:latin typeface="Times New Roman"/>
                <a:ea typeface="Times New Roman"/>
                <a:cs typeface="Times New Roman"/>
                <a:sym typeface="Times New Roman"/>
              </a:rPr>
              <a:t>, Data Wrangling, and Model Evaluations</a:t>
            </a:r>
            <a:endParaRPr sz="3400">
              <a:solidFill>
                <a:schemeClr val="dk1"/>
              </a:solidFill>
              <a:latin typeface="Times New Roman"/>
              <a:ea typeface="Times New Roman"/>
              <a:cs typeface="Times New Roman"/>
              <a:sym typeface="Times New Roman"/>
            </a:endParaRPr>
          </a:p>
          <a:p>
            <a:pPr indent="-177800" lvl="0" marL="342900" marR="0" rtl="0" algn="l">
              <a:spcBef>
                <a:spcPts val="0"/>
              </a:spcBef>
              <a:spcAft>
                <a:spcPts val="0"/>
              </a:spcAft>
              <a:buClr>
                <a:schemeClr val="dk1"/>
              </a:buClr>
              <a:buSzPts val="2600"/>
              <a:buFont typeface="Times New Roman"/>
              <a:buNone/>
            </a:pPr>
            <a:r>
              <a:t/>
            </a:r>
            <a:endParaRPr i="0" sz="2600" u="none" cap="none" strike="noStrike">
              <a:solidFill>
                <a:schemeClr val="dk1"/>
              </a:solidFill>
              <a:latin typeface="Montserrat Light"/>
              <a:ea typeface="Montserrat Light"/>
              <a:cs typeface="Montserrat Light"/>
              <a:sym typeface="Montserrat Light"/>
            </a:endParaRPr>
          </a:p>
          <a:p>
            <a:pPr indent="-190500" lvl="0" marL="342900" marR="0" rtl="0" algn="l">
              <a:spcBef>
                <a:spcPts val="0"/>
              </a:spcBef>
              <a:spcAft>
                <a:spcPts val="0"/>
              </a:spcAft>
              <a:buClr>
                <a:schemeClr val="dk1"/>
              </a:buClr>
              <a:buSzPts val="2400"/>
              <a:buFont typeface="Times New Roman"/>
              <a:buNone/>
            </a:pPr>
            <a:r>
              <a:t/>
            </a:r>
            <a:endParaRPr i="0" sz="2400" u="none" cap="none" strike="noStrike">
              <a:solidFill>
                <a:schemeClr val="dk1"/>
              </a:solidFill>
              <a:latin typeface="Montserrat Light"/>
              <a:ea typeface="Montserrat Light"/>
              <a:cs typeface="Montserrat Light"/>
              <a:sym typeface="Montserrat Light"/>
            </a:endParaRPr>
          </a:p>
          <a:p>
            <a:pPr indent="-190500" lvl="0" marL="342900" marR="0" rtl="0" algn="l">
              <a:spcBef>
                <a:spcPts val="0"/>
              </a:spcBef>
              <a:spcAft>
                <a:spcPts val="0"/>
              </a:spcAft>
              <a:buClr>
                <a:schemeClr val="dk1"/>
              </a:buClr>
              <a:buSzPts val="2400"/>
              <a:buFont typeface="Times New Roman"/>
              <a:buNone/>
            </a:pPr>
            <a:r>
              <a:t/>
            </a:r>
            <a:endParaRPr i="0" sz="2400" u="none" cap="none" strike="noStrike">
              <a:solidFill>
                <a:schemeClr val="dk1"/>
              </a:solidFill>
              <a:latin typeface="Montserrat Light"/>
              <a:ea typeface="Montserrat Light"/>
              <a:cs typeface="Montserrat Light"/>
              <a:sym typeface="Montserrat Light"/>
            </a:endParaRPr>
          </a:p>
        </p:txBody>
      </p:sp>
      <p:sp>
        <p:nvSpPr>
          <p:cNvPr id="104" name="Google Shape;104;g356c1125c60_1_6"/>
          <p:cNvSpPr txBox="1"/>
          <p:nvPr/>
        </p:nvSpPr>
        <p:spPr>
          <a:xfrm>
            <a:off x="914400" y="5315764"/>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235078"/>
                </a:solidFill>
                <a:latin typeface="Verdana"/>
                <a:ea typeface="Verdana"/>
                <a:cs typeface="Verdana"/>
                <a:sym typeface="Verdana"/>
              </a:rPr>
              <a:t>Abstract</a:t>
            </a:r>
            <a:endParaRPr b="1">
              <a:solidFill>
                <a:srgbClr val="235078"/>
              </a:solidFill>
              <a:latin typeface="Verdana"/>
              <a:ea typeface="Verdana"/>
              <a:cs typeface="Verdana"/>
              <a:sym typeface="Verdana"/>
            </a:endParaRPr>
          </a:p>
        </p:txBody>
      </p:sp>
      <p:sp>
        <p:nvSpPr>
          <p:cNvPr id="105" name="Google Shape;105;g356c1125c60_1_6"/>
          <p:cNvSpPr/>
          <p:nvPr/>
        </p:nvSpPr>
        <p:spPr>
          <a:xfrm>
            <a:off x="33147000" y="28569718"/>
            <a:ext cx="10058400" cy="3655800"/>
          </a:xfrm>
          <a:prstGeom prst="rect">
            <a:avLst/>
          </a:prstGeom>
          <a:solidFill>
            <a:srgbClr val="E1E6DF"/>
          </a:solidFill>
          <a:ln>
            <a:noFill/>
          </a:ln>
        </p:spPr>
        <p:txBody>
          <a:bodyPr anchorCtr="0" anchor="ctr" bIns="45700" lIns="91425" spcFirstLastPara="1" rIns="91425" wrap="square" tIns="45700">
            <a:noAutofit/>
          </a:bodyPr>
          <a:lstStyle/>
          <a:p>
            <a:pPr indent="0" lvl="0" marL="457200" marR="0" rtl="0" algn="l">
              <a:spcBef>
                <a:spcPts val="0"/>
              </a:spcBef>
              <a:spcAft>
                <a:spcPts val="0"/>
              </a:spcAft>
              <a:buNone/>
            </a:pPr>
            <a:r>
              <a:rPr lang="en-US" sz="3300">
                <a:solidFill>
                  <a:schemeClr val="dk1"/>
                </a:solidFill>
                <a:latin typeface="Times New Roman"/>
                <a:ea typeface="Times New Roman"/>
                <a:cs typeface="Times New Roman"/>
                <a:sym typeface="Times New Roman"/>
              </a:rPr>
              <a:t>                                                                                   </a:t>
            </a:r>
            <a:endParaRPr sz="33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3600">
                <a:solidFill>
                  <a:schemeClr val="dk1"/>
                </a:solidFill>
                <a:latin typeface="Times New Roman"/>
                <a:ea typeface="Times New Roman"/>
                <a:cs typeface="Times New Roman"/>
                <a:sym typeface="Times New Roman"/>
              </a:rPr>
              <a:t>We love to express of deepest gratitude to Mr Hossein Hashemi for supplying us with dataset with all forms of Tumor brain MRI Images. His dataset helped us in performing our Analysis and Results exactly how we expected.</a:t>
            </a:r>
            <a:endParaRPr b="0" i="0" sz="3600" u="none" cap="none" strike="noStrike">
              <a:solidFill>
                <a:schemeClr val="dk1"/>
              </a:solidFill>
              <a:latin typeface="Times New Roman"/>
              <a:ea typeface="Times New Roman"/>
              <a:cs typeface="Times New Roman"/>
              <a:sym typeface="Times New Roman"/>
            </a:endParaRPr>
          </a:p>
        </p:txBody>
      </p:sp>
      <p:sp>
        <p:nvSpPr>
          <p:cNvPr id="106" name="Google Shape;106;g356c1125c60_1_6"/>
          <p:cNvSpPr txBox="1"/>
          <p:nvPr/>
        </p:nvSpPr>
        <p:spPr>
          <a:xfrm>
            <a:off x="33135900" y="28569722"/>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rgbClr val="235078"/>
                </a:solidFill>
                <a:latin typeface="Libre Baskerville"/>
                <a:ea typeface="Libre Baskerville"/>
                <a:cs typeface="Libre Baskerville"/>
                <a:sym typeface="Libre Baskerville"/>
              </a:rPr>
              <a:t>Acknowledgements</a:t>
            </a:r>
            <a:endParaRPr/>
          </a:p>
        </p:txBody>
      </p:sp>
      <p:sp>
        <p:nvSpPr>
          <p:cNvPr id="107" name="Google Shape;107;g356c1125c60_1_6"/>
          <p:cNvSpPr txBox="1"/>
          <p:nvPr/>
        </p:nvSpPr>
        <p:spPr>
          <a:xfrm>
            <a:off x="33375600" y="6120050"/>
            <a:ext cx="9368400" cy="110379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1200"/>
              </a:spcBef>
              <a:spcAft>
                <a:spcPts val="0"/>
              </a:spcAft>
              <a:buClr>
                <a:schemeClr val="dk1"/>
              </a:buClr>
              <a:buSzPts val="1100"/>
              <a:buFont typeface="Arial"/>
              <a:buNone/>
            </a:pPr>
            <a:r>
              <a:rPr lang="en-US" sz="4100">
                <a:solidFill>
                  <a:schemeClr val="dk1"/>
                </a:solidFill>
                <a:latin typeface="Times New Roman"/>
                <a:ea typeface="Times New Roman"/>
                <a:cs typeface="Times New Roman"/>
                <a:sym typeface="Times New Roman"/>
              </a:rPr>
              <a:t>This study demonstrated the effectiveness of convolutional neural networks (CNN) for accurately detecting brain tumors from MRI images. The CNN achieved superior accuracy (92%) and outstanding discriminative ability (ROC AUC: 0.967), despite challenges posed by class imbalance. These findings highlight the potential of CNNs to significantly enhance early diagnosis, reduce human errors, and allow early personalized treatment planning. Continued studying and refinement of CNN models could substantially improve patient outcomes.</a:t>
            </a:r>
            <a:endParaRPr sz="4100">
              <a:solidFill>
                <a:schemeClr val="dk1"/>
              </a:solidFill>
              <a:latin typeface="Times New Roman"/>
              <a:ea typeface="Times New Roman"/>
              <a:cs typeface="Times New Roman"/>
              <a:sym typeface="Times New Roman"/>
            </a:endParaRPr>
          </a:p>
          <a:p>
            <a:pPr indent="0" lvl="0" marL="0" marR="0" rtl="0" algn="ctr">
              <a:spcBef>
                <a:spcPts val="1200"/>
              </a:spcBef>
              <a:spcAft>
                <a:spcPts val="0"/>
              </a:spcAft>
              <a:buNone/>
            </a:pPr>
            <a:r>
              <a:t/>
            </a:r>
            <a:endParaRPr sz="4100">
              <a:solidFill>
                <a:schemeClr val="dk1"/>
              </a:solidFill>
              <a:latin typeface="Times New Roman"/>
              <a:ea typeface="Times New Roman"/>
              <a:cs typeface="Times New Roman"/>
              <a:sym typeface="Times New Roman"/>
            </a:endParaRPr>
          </a:p>
        </p:txBody>
      </p:sp>
      <p:sp>
        <p:nvSpPr>
          <p:cNvPr id="108" name="Google Shape;108;g356c1125c60_1_6"/>
          <p:cNvSpPr txBox="1"/>
          <p:nvPr/>
        </p:nvSpPr>
        <p:spPr>
          <a:xfrm>
            <a:off x="33375700" y="5315775"/>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235078"/>
                </a:solidFill>
                <a:latin typeface="Verdana"/>
                <a:ea typeface="Verdana"/>
                <a:cs typeface="Verdana"/>
                <a:sym typeface="Verdana"/>
              </a:rPr>
              <a:t>Conclusion</a:t>
            </a:r>
            <a:endParaRPr b="1">
              <a:latin typeface="Verdana"/>
              <a:ea typeface="Verdana"/>
              <a:cs typeface="Verdana"/>
              <a:sym typeface="Verdana"/>
            </a:endParaRPr>
          </a:p>
        </p:txBody>
      </p:sp>
      <p:sp>
        <p:nvSpPr>
          <p:cNvPr id="109" name="Google Shape;109;g356c1125c60_1_6"/>
          <p:cNvSpPr txBox="1"/>
          <p:nvPr/>
        </p:nvSpPr>
        <p:spPr>
          <a:xfrm>
            <a:off x="33375600" y="18798732"/>
            <a:ext cx="9601200" cy="8748900"/>
          </a:xfrm>
          <a:prstGeom prst="rect">
            <a:avLst/>
          </a:prstGeom>
          <a:noFill/>
          <a:ln>
            <a:noFill/>
          </a:ln>
        </p:spPr>
        <p:txBody>
          <a:bodyPr anchorCtr="0" anchor="t" bIns="45700" lIns="91425" spcFirstLastPara="1" rIns="91425" wrap="square" tIns="45700">
            <a:spAutoFit/>
          </a:bodyPr>
          <a:lstStyle/>
          <a:p>
            <a:pPr indent="-469900" lvl="0" marL="457200" rtl="0" algn="l">
              <a:lnSpc>
                <a:spcPct val="115000"/>
              </a:lnSpc>
              <a:spcBef>
                <a:spcPts val="0"/>
              </a:spcBef>
              <a:spcAft>
                <a:spcPts val="0"/>
              </a:spcAft>
              <a:buClr>
                <a:schemeClr val="dk1"/>
              </a:buClr>
              <a:buSzPts val="3800"/>
              <a:buFont typeface="Times New Roman"/>
              <a:buChar char="●"/>
            </a:pPr>
            <a:r>
              <a:rPr lang="en-US" sz="3800">
                <a:solidFill>
                  <a:schemeClr val="dk1"/>
                </a:solidFill>
                <a:latin typeface="Times New Roman"/>
                <a:ea typeface="Times New Roman"/>
                <a:cs typeface="Times New Roman"/>
                <a:sym typeface="Times New Roman"/>
              </a:rPr>
              <a:t>In this study, CNNs especially excel in detecting brain tumors from MRI images.</a:t>
            </a:r>
            <a:endParaRPr sz="3800">
              <a:solidFill>
                <a:schemeClr val="dk1"/>
              </a:solidFill>
              <a:latin typeface="Times New Roman"/>
              <a:ea typeface="Times New Roman"/>
              <a:cs typeface="Times New Roman"/>
              <a:sym typeface="Times New Roman"/>
            </a:endParaRPr>
          </a:p>
          <a:p>
            <a:pPr indent="-469900" lvl="0" marL="457200" rtl="0" algn="l">
              <a:lnSpc>
                <a:spcPct val="115000"/>
              </a:lnSpc>
              <a:spcBef>
                <a:spcPts val="0"/>
              </a:spcBef>
              <a:spcAft>
                <a:spcPts val="0"/>
              </a:spcAft>
              <a:buClr>
                <a:schemeClr val="dk1"/>
              </a:buClr>
              <a:buSzPts val="3800"/>
              <a:buFont typeface="Times New Roman"/>
              <a:buChar char="●"/>
            </a:pPr>
            <a:r>
              <a:rPr lang="en-US" sz="3800">
                <a:solidFill>
                  <a:schemeClr val="dk1"/>
                </a:solidFill>
                <a:latin typeface="Times New Roman"/>
                <a:ea typeface="Times New Roman"/>
                <a:cs typeface="Times New Roman"/>
                <a:sym typeface="Times New Roman"/>
              </a:rPr>
              <a:t>Image pre-processing, data augmentation, and feature selection improve the  accuracy</a:t>
            </a:r>
            <a:endParaRPr sz="3800">
              <a:solidFill>
                <a:schemeClr val="dk1"/>
              </a:solidFill>
              <a:latin typeface="Times New Roman"/>
              <a:ea typeface="Times New Roman"/>
              <a:cs typeface="Times New Roman"/>
              <a:sym typeface="Times New Roman"/>
            </a:endParaRPr>
          </a:p>
          <a:p>
            <a:pPr indent="-469900" lvl="0" marL="457200" rtl="0" algn="l">
              <a:lnSpc>
                <a:spcPct val="115000"/>
              </a:lnSpc>
              <a:spcBef>
                <a:spcPts val="0"/>
              </a:spcBef>
              <a:spcAft>
                <a:spcPts val="0"/>
              </a:spcAft>
              <a:buClr>
                <a:schemeClr val="dk1"/>
              </a:buClr>
              <a:buSzPts val="3800"/>
              <a:buFont typeface="Times New Roman"/>
              <a:buChar char="●"/>
            </a:pPr>
            <a:r>
              <a:rPr lang="en-US" sz="3800">
                <a:solidFill>
                  <a:schemeClr val="dk1"/>
                </a:solidFill>
                <a:latin typeface="Times New Roman"/>
                <a:ea typeface="Times New Roman"/>
                <a:cs typeface="Times New Roman"/>
                <a:sym typeface="Times New Roman"/>
              </a:rPr>
              <a:t>The CNNs achieved high ROC AUC scores, indicating strong predictive performance.</a:t>
            </a:r>
            <a:endParaRPr sz="3800">
              <a:solidFill>
                <a:schemeClr val="dk1"/>
              </a:solidFill>
              <a:latin typeface="Times New Roman"/>
              <a:ea typeface="Times New Roman"/>
              <a:cs typeface="Times New Roman"/>
              <a:sym typeface="Times New Roman"/>
            </a:endParaRPr>
          </a:p>
          <a:p>
            <a:pPr indent="-469900" lvl="0" marL="457200" rtl="0" algn="l">
              <a:lnSpc>
                <a:spcPct val="115000"/>
              </a:lnSpc>
              <a:spcBef>
                <a:spcPts val="0"/>
              </a:spcBef>
              <a:spcAft>
                <a:spcPts val="0"/>
              </a:spcAft>
              <a:buClr>
                <a:schemeClr val="dk1"/>
              </a:buClr>
              <a:buSzPts val="3800"/>
              <a:buFont typeface="Times New Roman"/>
              <a:buChar char="●"/>
            </a:pPr>
            <a:r>
              <a:rPr lang="en-US" sz="3800">
                <a:solidFill>
                  <a:schemeClr val="dk1"/>
                </a:solidFill>
                <a:latin typeface="Times New Roman"/>
                <a:ea typeface="Times New Roman"/>
                <a:cs typeface="Times New Roman"/>
                <a:sym typeface="Times New Roman"/>
              </a:rPr>
              <a:t>CNNs especially excel in detecting brain tumors from MRI images.</a:t>
            </a:r>
            <a:endParaRPr sz="3800">
              <a:solidFill>
                <a:schemeClr val="dk1"/>
              </a:solidFill>
              <a:latin typeface="Times New Roman"/>
              <a:ea typeface="Times New Roman"/>
              <a:cs typeface="Times New Roman"/>
              <a:sym typeface="Times New Roman"/>
            </a:endParaRPr>
          </a:p>
          <a:p>
            <a:pPr indent="-469900" lvl="0" marL="457200" rtl="0" algn="l">
              <a:lnSpc>
                <a:spcPct val="115000"/>
              </a:lnSpc>
              <a:spcBef>
                <a:spcPts val="0"/>
              </a:spcBef>
              <a:spcAft>
                <a:spcPts val="0"/>
              </a:spcAft>
              <a:buClr>
                <a:schemeClr val="dk1"/>
              </a:buClr>
              <a:buSzPts val="3800"/>
              <a:buFont typeface="Times New Roman"/>
              <a:buChar char="●"/>
            </a:pPr>
            <a:r>
              <a:rPr lang="en-US" sz="3800">
                <a:solidFill>
                  <a:schemeClr val="dk1"/>
                </a:solidFill>
                <a:latin typeface="Times New Roman"/>
                <a:ea typeface="Times New Roman"/>
                <a:cs typeface="Times New Roman"/>
                <a:sym typeface="Times New Roman"/>
              </a:rPr>
              <a:t>Some limitations in CNNs remain, requiring further refinement.</a:t>
            </a:r>
            <a:endParaRPr sz="3800">
              <a:solidFill>
                <a:schemeClr val="dk1"/>
              </a:solidFill>
              <a:latin typeface="Times New Roman"/>
              <a:ea typeface="Times New Roman"/>
              <a:cs typeface="Times New Roman"/>
              <a:sym typeface="Times New Roman"/>
            </a:endParaRPr>
          </a:p>
          <a:p>
            <a:pPr indent="-469900" lvl="0" marL="457200" rtl="0" algn="l">
              <a:lnSpc>
                <a:spcPct val="115000"/>
              </a:lnSpc>
              <a:spcBef>
                <a:spcPts val="0"/>
              </a:spcBef>
              <a:spcAft>
                <a:spcPts val="0"/>
              </a:spcAft>
              <a:buClr>
                <a:schemeClr val="dk1"/>
              </a:buClr>
              <a:buSzPts val="3800"/>
              <a:buFont typeface="Times New Roman"/>
              <a:buChar char="●"/>
            </a:pPr>
            <a:r>
              <a:rPr lang="en-US" sz="3800">
                <a:solidFill>
                  <a:schemeClr val="dk1"/>
                </a:solidFill>
                <a:latin typeface="Times New Roman"/>
                <a:ea typeface="Times New Roman"/>
                <a:cs typeface="Times New Roman"/>
                <a:sym typeface="Times New Roman"/>
              </a:rPr>
              <a:t>Ongoing collaboration between medical and data experts is vital to fully realize these technologies.</a:t>
            </a:r>
            <a:endParaRPr sz="3800">
              <a:solidFill>
                <a:srgbClr val="1482A5"/>
              </a:solidFill>
              <a:latin typeface="Times New Roman"/>
              <a:ea typeface="Times New Roman"/>
              <a:cs typeface="Times New Roman"/>
              <a:sym typeface="Times New Roman"/>
            </a:endParaRPr>
          </a:p>
        </p:txBody>
      </p:sp>
      <p:sp>
        <p:nvSpPr>
          <p:cNvPr id="110" name="Google Shape;110;g356c1125c60_1_6"/>
          <p:cNvSpPr txBox="1"/>
          <p:nvPr/>
        </p:nvSpPr>
        <p:spPr>
          <a:xfrm>
            <a:off x="33375600" y="18130819"/>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rgbClr val="235078"/>
                </a:solidFill>
                <a:latin typeface="Libre Baskerville"/>
                <a:ea typeface="Libre Baskerville"/>
                <a:cs typeface="Libre Baskerville"/>
                <a:sym typeface="Libre Baskerville"/>
              </a:rPr>
              <a:t>Recommendations</a:t>
            </a:r>
            <a:endParaRPr/>
          </a:p>
        </p:txBody>
      </p:sp>
      <p:sp>
        <p:nvSpPr>
          <p:cNvPr id="111" name="Google Shape;111;g356c1125c60_1_6"/>
          <p:cNvSpPr txBox="1"/>
          <p:nvPr/>
        </p:nvSpPr>
        <p:spPr>
          <a:xfrm>
            <a:off x="912275" y="16822650"/>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235078"/>
                </a:solidFill>
                <a:latin typeface="Verdana"/>
                <a:ea typeface="Verdana"/>
                <a:cs typeface="Verdana"/>
                <a:sym typeface="Verdana"/>
              </a:rPr>
              <a:t>Introduction</a:t>
            </a:r>
            <a:endParaRPr b="1">
              <a:latin typeface="Verdana"/>
              <a:ea typeface="Verdana"/>
              <a:cs typeface="Verdana"/>
              <a:sym typeface="Verdana"/>
            </a:endParaRPr>
          </a:p>
        </p:txBody>
      </p:sp>
      <p:sp>
        <p:nvSpPr>
          <p:cNvPr id="112" name="Google Shape;112;g356c1125c60_1_6"/>
          <p:cNvSpPr txBox="1"/>
          <p:nvPr/>
        </p:nvSpPr>
        <p:spPr>
          <a:xfrm>
            <a:off x="11723113" y="6068538"/>
            <a:ext cx="9368400" cy="10128300"/>
          </a:xfrm>
          <a:prstGeom prst="rect">
            <a:avLst/>
          </a:prstGeom>
          <a:noFill/>
          <a:ln>
            <a:noFill/>
          </a:ln>
        </p:spPr>
        <p:txBody>
          <a:bodyPr anchorCtr="0" anchor="t" bIns="45700" lIns="91425" spcFirstLastPara="1" rIns="91425" wrap="square" tIns="45700">
            <a:spAutoFit/>
          </a:bodyPr>
          <a:lstStyle/>
          <a:p>
            <a:pPr indent="-431800" lvl="0" marL="457200" marR="0" rtl="0" algn="l">
              <a:spcBef>
                <a:spcPts val="0"/>
              </a:spcBef>
              <a:spcAft>
                <a:spcPts val="0"/>
              </a:spcAft>
              <a:buClr>
                <a:schemeClr val="dk1"/>
              </a:buClr>
              <a:buSzPts val="3200"/>
              <a:buFont typeface="Times New Roman"/>
              <a:buChar char="●"/>
            </a:pPr>
            <a:r>
              <a:rPr i="0" lang="en-US" sz="3200" u="none" cap="none" strike="noStrike">
                <a:solidFill>
                  <a:schemeClr val="dk1"/>
                </a:solidFill>
                <a:latin typeface="Times New Roman"/>
                <a:ea typeface="Times New Roman"/>
                <a:cs typeface="Times New Roman"/>
                <a:sym typeface="Times New Roman"/>
              </a:rPr>
              <a:t>Deep Learning Models have found to provide </a:t>
            </a:r>
            <a:r>
              <a:rPr i="0" lang="en-US" sz="3100" u="none" cap="none" strike="noStrike">
                <a:solidFill>
                  <a:schemeClr val="dk1"/>
                </a:solidFill>
                <a:latin typeface="Times New Roman"/>
                <a:ea typeface="Times New Roman"/>
                <a:cs typeface="Times New Roman"/>
                <a:sym typeface="Times New Roman"/>
              </a:rPr>
              <a:t>accuracy rate of 99.5% in detecting </a:t>
            </a:r>
            <a:r>
              <a:rPr lang="en-US" sz="3100">
                <a:solidFill>
                  <a:schemeClr val="dk1"/>
                </a:solidFill>
                <a:latin typeface="Times New Roman"/>
                <a:ea typeface="Times New Roman"/>
                <a:cs typeface="Times New Roman"/>
                <a:sym typeface="Times New Roman"/>
              </a:rPr>
              <a:t>various</a:t>
            </a:r>
            <a:r>
              <a:rPr i="0" lang="en-US" sz="3100" u="none" cap="none" strike="noStrike">
                <a:solidFill>
                  <a:schemeClr val="dk1"/>
                </a:solidFill>
                <a:latin typeface="Times New Roman"/>
                <a:ea typeface="Times New Roman"/>
                <a:cs typeface="Times New Roman"/>
                <a:sym typeface="Times New Roman"/>
              </a:rPr>
              <a:t> Tumors</a:t>
            </a:r>
            <a:endParaRPr sz="3100">
              <a:solidFill>
                <a:schemeClr val="dk1"/>
              </a:solidFill>
              <a:latin typeface="Times New Roman"/>
              <a:ea typeface="Times New Roman"/>
              <a:cs typeface="Times New Roman"/>
              <a:sym typeface="Times New Roman"/>
            </a:endParaRPr>
          </a:p>
          <a:p>
            <a:pPr indent="0" lvl="0" marL="457200" marR="0" rtl="0" algn="l">
              <a:spcBef>
                <a:spcPts val="0"/>
              </a:spcBef>
              <a:spcAft>
                <a:spcPts val="0"/>
              </a:spcAft>
              <a:buNone/>
            </a:pPr>
            <a:r>
              <a:t/>
            </a:r>
            <a:endParaRPr sz="3100">
              <a:solidFill>
                <a:schemeClr val="dk1"/>
              </a:solidFill>
              <a:latin typeface="Times New Roman"/>
              <a:ea typeface="Times New Roman"/>
              <a:cs typeface="Times New Roman"/>
              <a:sym typeface="Times New Roman"/>
            </a:endParaRPr>
          </a:p>
          <a:p>
            <a:pPr indent="-425450" lvl="0" marL="457200" marR="0" rtl="0" algn="l">
              <a:spcBef>
                <a:spcPts val="0"/>
              </a:spcBef>
              <a:spcAft>
                <a:spcPts val="0"/>
              </a:spcAft>
              <a:buClr>
                <a:schemeClr val="dk1"/>
              </a:buClr>
              <a:buSzPts val="3100"/>
              <a:buFont typeface="Times New Roman"/>
              <a:buChar char="●"/>
            </a:pPr>
            <a:r>
              <a:rPr i="0" lang="en-US" sz="3100" u="none" cap="none" strike="noStrike">
                <a:solidFill>
                  <a:schemeClr val="dk1"/>
                </a:solidFill>
                <a:latin typeface="Times New Roman"/>
                <a:ea typeface="Times New Roman"/>
                <a:cs typeface="Times New Roman"/>
                <a:sym typeface="Times New Roman"/>
              </a:rPr>
              <a:t>Models such as CBAM, SPPF+, and BiFPN all play crucially in accurately determine what type of </a:t>
            </a:r>
            <a:r>
              <a:rPr lang="en-US" sz="3100">
                <a:solidFill>
                  <a:schemeClr val="dk1"/>
                </a:solidFill>
                <a:latin typeface="Times New Roman"/>
                <a:ea typeface="Times New Roman"/>
                <a:cs typeface="Times New Roman"/>
                <a:sym typeface="Times New Roman"/>
              </a:rPr>
              <a:t>tumor is specifically present</a:t>
            </a:r>
            <a:endParaRPr sz="3100">
              <a:solidFill>
                <a:schemeClr val="dk1"/>
              </a:solidFill>
              <a:latin typeface="Times New Roman"/>
              <a:ea typeface="Times New Roman"/>
              <a:cs typeface="Times New Roman"/>
              <a:sym typeface="Times New Roman"/>
            </a:endParaRPr>
          </a:p>
          <a:p>
            <a:pPr indent="0" lvl="0" marL="457200" marR="0" rtl="0" algn="l">
              <a:spcBef>
                <a:spcPts val="0"/>
              </a:spcBef>
              <a:spcAft>
                <a:spcPts val="0"/>
              </a:spcAft>
              <a:buNone/>
            </a:pPr>
            <a:r>
              <a:t/>
            </a:r>
            <a:endParaRPr sz="3100">
              <a:solidFill>
                <a:schemeClr val="dk1"/>
              </a:solidFill>
              <a:latin typeface="Times New Roman"/>
              <a:ea typeface="Times New Roman"/>
              <a:cs typeface="Times New Roman"/>
              <a:sym typeface="Times New Roman"/>
            </a:endParaRPr>
          </a:p>
          <a:p>
            <a:pPr indent="-425450" lvl="0" marL="457200" marR="0" rtl="0" algn="l">
              <a:spcBef>
                <a:spcPts val="0"/>
              </a:spcBef>
              <a:spcAft>
                <a:spcPts val="0"/>
              </a:spcAft>
              <a:buClr>
                <a:schemeClr val="dk1"/>
              </a:buClr>
              <a:buSzPts val="3100"/>
              <a:buFont typeface="Times New Roman"/>
              <a:buChar char="●"/>
            </a:pPr>
            <a:r>
              <a:rPr i="0" lang="en-US" sz="3100" u="none" cap="none" strike="noStrike">
                <a:solidFill>
                  <a:schemeClr val="dk1"/>
                </a:solidFill>
                <a:latin typeface="Times New Roman"/>
                <a:ea typeface="Times New Roman"/>
                <a:cs typeface="Times New Roman"/>
                <a:sym typeface="Times New Roman"/>
              </a:rPr>
              <a:t>Image Preprocessing also played a role as it eliminates and noisy or unwanted elements within the images.</a:t>
            </a:r>
            <a:endParaRPr sz="3100">
              <a:solidFill>
                <a:schemeClr val="dk1"/>
              </a:solidFill>
              <a:latin typeface="Times New Roman"/>
              <a:ea typeface="Times New Roman"/>
              <a:cs typeface="Times New Roman"/>
              <a:sym typeface="Times New Roman"/>
            </a:endParaRPr>
          </a:p>
          <a:p>
            <a:pPr indent="0" lvl="0" marL="457200" marR="0" rtl="0" algn="l">
              <a:spcBef>
                <a:spcPts val="0"/>
              </a:spcBef>
              <a:spcAft>
                <a:spcPts val="0"/>
              </a:spcAft>
              <a:buNone/>
            </a:pPr>
            <a:r>
              <a:t/>
            </a:r>
            <a:endParaRPr sz="3100">
              <a:solidFill>
                <a:schemeClr val="dk1"/>
              </a:solidFill>
              <a:latin typeface="Times New Roman"/>
              <a:ea typeface="Times New Roman"/>
              <a:cs typeface="Times New Roman"/>
              <a:sym typeface="Times New Roman"/>
            </a:endParaRPr>
          </a:p>
          <a:p>
            <a:pPr indent="-425450" lvl="0" marL="457200" marR="0" rtl="0" algn="l">
              <a:spcBef>
                <a:spcPts val="0"/>
              </a:spcBef>
              <a:spcAft>
                <a:spcPts val="0"/>
              </a:spcAft>
              <a:buClr>
                <a:schemeClr val="dk1"/>
              </a:buClr>
              <a:buSzPts val="3100"/>
              <a:buFont typeface="Times New Roman"/>
              <a:buChar char="●"/>
            </a:pPr>
            <a:r>
              <a:rPr i="0" lang="en-US" sz="3100" u="none" cap="none" strike="noStrike">
                <a:solidFill>
                  <a:schemeClr val="dk1"/>
                </a:solidFill>
                <a:latin typeface="Times New Roman"/>
                <a:ea typeface="Times New Roman"/>
                <a:cs typeface="Times New Roman"/>
                <a:sym typeface="Times New Roman"/>
              </a:rPr>
              <a:t>Various Data Mining techniques and Models were enforced which includes the following:</a:t>
            </a:r>
            <a:endParaRPr sz="3100">
              <a:solidFill>
                <a:schemeClr val="dk1"/>
              </a:solidFill>
              <a:latin typeface="Times New Roman"/>
              <a:ea typeface="Times New Roman"/>
              <a:cs typeface="Times New Roman"/>
              <a:sym typeface="Times New Roman"/>
            </a:endParaRPr>
          </a:p>
          <a:p>
            <a:pPr indent="-361950" lvl="1" marL="800100" marR="0" rtl="0" algn="l">
              <a:spcBef>
                <a:spcPts val="0"/>
              </a:spcBef>
              <a:spcAft>
                <a:spcPts val="0"/>
              </a:spcAft>
              <a:buClr>
                <a:schemeClr val="dk1"/>
              </a:buClr>
              <a:buSzPts val="3100"/>
              <a:buFont typeface="Times New Roman"/>
              <a:buChar char="-"/>
            </a:pPr>
            <a:r>
              <a:rPr i="0" lang="en-US" sz="3100" u="sng" cap="none" strike="noStrike">
                <a:solidFill>
                  <a:schemeClr val="dk1"/>
                </a:solidFill>
                <a:latin typeface="Times New Roman"/>
                <a:ea typeface="Times New Roman"/>
                <a:cs typeface="Times New Roman"/>
                <a:sym typeface="Times New Roman"/>
              </a:rPr>
              <a:t>Support Vectors</a:t>
            </a:r>
            <a:r>
              <a:rPr i="0" lang="en-US" sz="3100" u="none" cap="none" strike="noStrike">
                <a:solidFill>
                  <a:schemeClr val="dk1"/>
                </a:solidFill>
                <a:latin typeface="Times New Roman"/>
                <a:ea typeface="Times New Roman"/>
                <a:cs typeface="Times New Roman"/>
                <a:sym typeface="Times New Roman"/>
              </a:rPr>
              <a:t>: Identify a Brain tumor with high accuracy</a:t>
            </a:r>
            <a:endParaRPr sz="3100">
              <a:solidFill>
                <a:schemeClr val="dk1"/>
              </a:solidFill>
              <a:latin typeface="Times New Roman"/>
              <a:ea typeface="Times New Roman"/>
              <a:cs typeface="Times New Roman"/>
              <a:sym typeface="Times New Roman"/>
            </a:endParaRPr>
          </a:p>
          <a:p>
            <a:pPr indent="-361950" lvl="1" marL="800100" marR="0" rtl="0" algn="l">
              <a:spcBef>
                <a:spcPts val="0"/>
              </a:spcBef>
              <a:spcAft>
                <a:spcPts val="0"/>
              </a:spcAft>
              <a:buClr>
                <a:schemeClr val="dk1"/>
              </a:buClr>
              <a:buSzPts val="3100"/>
              <a:buFont typeface="Times New Roman"/>
              <a:buChar char="-"/>
            </a:pPr>
            <a:r>
              <a:rPr i="0" lang="en-US" sz="3100" u="sng" cap="none" strike="noStrike">
                <a:solidFill>
                  <a:schemeClr val="dk1"/>
                </a:solidFill>
                <a:latin typeface="Times New Roman"/>
                <a:ea typeface="Times New Roman"/>
                <a:cs typeface="Times New Roman"/>
                <a:sym typeface="Times New Roman"/>
              </a:rPr>
              <a:t>Extreme Learning Machines</a:t>
            </a:r>
            <a:r>
              <a:rPr i="0" lang="en-US" sz="3100" u="none" cap="none" strike="noStrike">
                <a:solidFill>
                  <a:schemeClr val="dk1"/>
                </a:solidFill>
                <a:latin typeface="Times New Roman"/>
                <a:ea typeface="Times New Roman"/>
                <a:cs typeface="Times New Roman"/>
                <a:sym typeface="Times New Roman"/>
              </a:rPr>
              <a:t>: Help distinguish tumor types</a:t>
            </a:r>
            <a:endParaRPr sz="3100">
              <a:solidFill>
                <a:schemeClr val="dk1"/>
              </a:solidFill>
              <a:latin typeface="Times New Roman"/>
              <a:ea typeface="Times New Roman"/>
              <a:cs typeface="Times New Roman"/>
              <a:sym typeface="Times New Roman"/>
            </a:endParaRPr>
          </a:p>
          <a:p>
            <a:pPr indent="-361950" lvl="1" marL="800100" marR="0" rtl="0" algn="l">
              <a:spcBef>
                <a:spcPts val="0"/>
              </a:spcBef>
              <a:spcAft>
                <a:spcPts val="0"/>
              </a:spcAft>
              <a:buClr>
                <a:schemeClr val="dk1"/>
              </a:buClr>
              <a:buSzPts val="3100"/>
              <a:buFont typeface="Times New Roman"/>
              <a:buChar char="-"/>
            </a:pPr>
            <a:r>
              <a:rPr i="0" lang="en-US" sz="3100" u="sng" cap="none" strike="noStrike">
                <a:solidFill>
                  <a:schemeClr val="dk1"/>
                </a:solidFill>
                <a:latin typeface="Times New Roman"/>
                <a:ea typeface="Times New Roman"/>
                <a:cs typeface="Times New Roman"/>
                <a:sym typeface="Times New Roman"/>
              </a:rPr>
              <a:t>K-Nearest Neighbors</a:t>
            </a:r>
            <a:r>
              <a:rPr i="0" lang="en-US" sz="3100" u="none" cap="none" strike="noStrike">
                <a:solidFill>
                  <a:schemeClr val="dk1"/>
                </a:solidFill>
                <a:latin typeface="Times New Roman"/>
                <a:ea typeface="Times New Roman"/>
                <a:cs typeface="Times New Roman"/>
                <a:sym typeface="Times New Roman"/>
              </a:rPr>
              <a:t>: For Tumor classification using precision and recall rates</a:t>
            </a:r>
            <a:endParaRPr sz="3100">
              <a:solidFill>
                <a:schemeClr val="dk1"/>
              </a:solidFill>
              <a:latin typeface="Times New Roman"/>
              <a:ea typeface="Times New Roman"/>
              <a:cs typeface="Times New Roman"/>
              <a:sym typeface="Times New Roman"/>
            </a:endParaRPr>
          </a:p>
          <a:p>
            <a:pPr indent="-361950" lvl="1" marL="800100" marR="0" rtl="0" algn="l">
              <a:spcBef>
                <a:spcPts val="0"/>
              </a:spcBef>
              <a:spcAft>
                <a:spcPts val="0"/>
              </a:spcAft>
              <a:buClr>
                <a:schemeClr val="dk1"/>
              </a:buClr>
              <a:buSzPts val="3100"/>
              <a:buFont typeface="Times New Roman"/>
              <a:buChar char="-"/>
            </a:pPr>
            <a:r>
              <a:rPr i="0" lang="en-US" sz="3100" u="sng" cap="none" strike="noStrike">
                <a:solidFill>
                  <a:schemeClr val="dk1"/>
                </a:solidFill>
                <a:latin typeface="Times New Roman"/>
                <a:ea typeface="Times New Roman"/>
                <a:cs typeface="Times New Roman"/>
                <a:sym typeface="Times New Roman"/>
              </a:rPr>
              <a:t>Random Forest</a:t>
            </a:r>
            <a:r>
              <a:rPr i="0" lang="en-US" sz="3100" u="none" cap="none" strike="noStrike">
                <a:solidFill>
                  <a:schemeClr val="dk1"/>
                </a:solidFill>
                <a:latin typeface="Times New Roman"/>
                <a:ea typeface="Times New Roman"/>
                <a:cs typeface="Times New Roman"/>
                <a:sym typeface="Times New Roman"/>
              </a:rPr>
              <a:t>: How effective can we distinguish which tumor is present</a:t>
            </a:r>
            <a:endParaRPr sz="3100">
              <a:solidFill>
                <a:schemeClr val="dk1"/>
              </a:solidFill>
              <a:latin typeface="Times New Roman"/>
              <a:ea typeface="Times New Roman"/>
              <a:cs typeface="Times New Roman"/>
              <a:sym typeface="Times New Roman"/>
            </a:endParaRPr>
          </a:p>
          <a:p>
            <a:pPr indent="0" lvl="1" marL="457200" marR="0" rtl="0" algn="l">
              <a:spcBef>
                <a:spcPts val="0"/>
              </a:spcBef>
              <a:spcAft>
                <a:spcPts val="0"/>
              </a:spcAft>
              <a:buNone/>
            </a:pPr>
            <a:r>
              <a:t/>
            </a:r>
            <a:endParaRPr i="0" sz="3100" u="sng" cap="none" strike="noStrike">
              <a:solidFill>
                <a:schemeClr val="dk1"/>
              </a:solidFill>
              <a:latin typeface="Times New Roman"/>
              <a:ea typeface="Times New Roman"/>
              <a:cs typeface="Times New Roman"/>
              <a:sym typeface="Times New Roman"/>
            </a:endParaRPr>
          </a:p>
        </p:txBody>
      </p:sp>
      <p:sp>
        <p:nvSpPr>
          <p:cNvPr id="113" name="Google Shape;113;g356c1125c60_1_6"/>
          <p:cNvSpPr txBox="1"/>
          <p:nvPr/>
        </p:nvSpPr>
        <p:spPr>
          <a:xfrm>
            <a:off x="11734800" y="5315775"/>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235078"/>
                </a:solidFill>
                <a:latin typeface="Verdana"/>
                <a:ea typeface="Verdana"/>
                <a:cs typeface="Verdana"/>
                <a:sym typeface="Verdana"/>
              </a:rPr>
              <a:t>Literature Review</a:t>
            </a:r>
            <a:endParaRPr b="1">
              <a:latin typeface="Verdana"/>
              <a:ea typeface="Verdana"/>
              <a:cs typeface="Verdana"/>
              <a:sym typeface="Verdana"/>
            </a:endParaRPr>
          </a:p>
        </p:txBody>
      </p:sp>
      <p:sp>
        <p:nvSpPr>
          <p:cNvPr id="114" name="Google Shape;114;g356c1125c60_1_6"/>
          <p:cNvSpPr txBox="1"/>
          <p:nvPr/>
        </p:nvSpPr>
        <p:spPr>
          <a:xfrm>
            <a:off x="11529025" y="17551700"/>
            <a:ext cx="9678900" cy="136761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t/>
            </a:r>
            <a:endParaRPr b="1" sz="3100">
              <a:solidFill>
                <a:schemeClr val="dk1"/>
              </a:solidFill>
              <a:latin typeface="Montserrat"/>
              <a:ea typeface="Montserrat"/>
              <a:cs typeface="Montserrat"/>
              <a:sym typeface="Montserrat"/>
            </a:endParaRPr>
          </a:p>
          <a:p>
            <a:pPr indent="0" lvl="0" marL="0" marR="0" rtl="0" algn="l">
              <a:spcBef>
                <a:spcPts val="0"/>
              </a:spcBef>
              <a:spcAft>
                <a:spcPts val="0"/>
              </a:spcAft>
              <a:buNone/>
            </a:pPr>
            <a:r>
              <a:rPr b="1" lang="en-US" sz="3100">
                <a:solidFill>
                  <a:schemeClr val="dk1"/>
                </a:solidFill>
                <a:latin typeface="Montserrat"/>
                <a:ea typeface="Montserrat"/>
                <a:cs typeface="Montserrat"/>
                <a:sym typeface="Montserrat"/>
              </a:rPr>
              <a:t>1.</a:t>
            </a:r>
            <a:r>
              <a:rPr b="1" lang="en-US" sz="3500">
                <a:solidFill>
                  <a:schemeClr val="dk1"/>
                </a:solidFill>
                <a:latin typeface="Times New Roman"/>
                <a:ea typeface="Times New Roman"/>
                <a:cs typeface="Times New Roman"/>
                <a:sym typeface="Times New Roman"/>
              </a:rPr>
              <a:t> </a:t>
            </a:r>
            <a:r>
              <a:rPr b="1" i="0" lang="en-US" sz="3500" cap="none" strike="noStrike">
                <a:solidFill>
                  <a:schemeClr val="dk1"/>
                </a:solidFill>
                <a:latin typeface="Times New Roman"/>
                <a:ea typeface="Times New Roman"/>
                <a:cs typeface="Times New Roman"/>
                <a:sym typeface="Times New Roman"/>
              </a:rPr>
              <a:t>Data Wrangling. Preprocessing: </a:t>
            </a:r>
            <a:endParaRPr b="1" sz="3500">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Handling Missing Data Values,</a:t>
            </a:r>
            <a:endParaRPr sz="3500">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Normalizing Pixel intensities,</a:t>
            </a:r>
            <a:endParaRPr sz="3500">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P</a:t>
            </a:r>
            <a:r>
              <a:rPr i="0" lang="en-US" sz="3500" u="none" cap="none" strike="noStrike">
                <a:solidFill>
                  <a:schemeClr val="dk1"/>
                </a:solidFill>
                <a:latin typeface="Times New Roman"/>
                <a:ea typeface="Times New Roman"/>
                <a:cs typeface="Times New Roman"/>
                <a:sym typeface="Times New Roman"/>
              </a:rPr>
              <a:t>erforming Data augmentation </a:t>
            </a:r>
            <a:r>
              <a:rPr lang="en-US" sz="3500">
                <a:solidFill>
                  <a:schemeClr val="dk1"/>
                </a:solidFill>
                <a:latin typeface="Times New Roman"/>
                <a:ea typeface="Times New Roman"/>
                <a:cs typeface="Times New Roman"/>
                <a:sym typeface="Times New Roman"/>
              </a:rPr>
              <a:t>for Cleansing</a:t>
            </a:r>
            <a:endParaRPr i="0" sz="3500" u="none" cap="none" strike="noStrike">
              <a:solidFill>
                <a:schemeClr val="dk1"/>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3500">
                <a:solidFill>
                  <a:schemeClr val="dk1"/>
                </a:solidFill>
                <a:latin typeface="Times New Roman"/>
                <a:ea typeface="Times New Roman"/>
                <a:cs typeface="Times New Roman"/>
                <a:sym typeface="Times New Roman"/>
              </a:rPr>
              <a:t>2. </a:t>
            </a:r>
            <a:r>
              <a:rPr b="1" i="0" lang="en-US" sz="3500" cap="none" strike="noStrike">
                <a:solidFill>
                  <a:schemeClr val="dk1"/>
                </a:solidFill>
                <a:latin typeface="Times New Roman"/>
                <a:ea typeface="Times New Roman"/>
                <a:cs typeface="Times New Roman"/>
                <a:sym typeface="Times New Roman"/>
              </a:rPr>
              <a:t>Model Development and Training: </a:t>
            </a:r>
            <a:endParaRPr b="1" sz="3500">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Were enforcing various models including: Decision Trees, SVMS, and Neural Networks</a:t>
            </a:r>
            <a:endParaRPr i="0" sz="3500" u="sng" cap="none" strike="noStrike">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Models extract features from each MRI images to form consensus on how a tumor is diagnosed, what tumor is classified as, and how can we treat it</a:t>
            </a:r>
            <a:endParaRPr sz="3500">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In addition, were portioning the data into training, validation, and testing sets</a:t>
            </a:r>
            <a:endParaRPr i="0" sz="3500" u="none" cap="none" strike="noStrike">
              <a:solidFill>
                <a:schemeClr val="dk1"/>
              </a:solidFill>
              <a:latin typeface="Times New Roman"/>
              <a:ea typeface="Times New Roman"/>
              <a:cs typeface="Times New Roman"/>
              <a:sym typeface="Times New Roman"/>
            </a:endParaRPr>
          </a:p>
          <a:p>
            <a:pPr indent="0" lvl="0" marL="914400" marR="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3500">
                <a:solidFill>
                  <a:schemeClr val="dk1"/>
                </a:solidFill>
                <a:latin typeface="Times New Roman"/>
                <a:ea typeface="Times New Roman"/>
                <a:cs typeface="Times New Roman"/>
                <a:sym typeface="Times New Roman"/>
              </a:rPr>
              <a:t>3. </a:t>
            </a:r>
            <a:r>
              <a:rPr b="1" i="0" lang="en-US" sz="3500" cap="none" strike="noStrike">
                <a:solidFill>
                  <a:schemeClr val="dk1"/>
                </a:solidFill>
                <a:latin typeface="Times New Roman"/>
                <a:ea typeface="Times New Roman"/>
                <a:cs typeface="Times New Roman"/>
                <a:sym typeface="Times New Roman"/>
              </a:rPr>
              <a:t>Model Evaluation and Optimization:</a:t>
            </a:r>
            <a:endParaRPr b="1" sz="3500">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We evaluate the performances of these models such as calculating Accuracy, Precision, Recalls, F-Scores, etc</a:t>
            </a:r>
            <a:endParaRPr i="0" sz="3500" u="none" cap="none" strike="noStrike">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We want to ensure these models are effective in detecting a tumor as early as possible</a:t>
            </a:r>
            <a:endParaRPr sz="3500">
              <a:solidFill>
                <a:schemeClr val="dk1"/>
              </a:solidFill>
              <a:latin typeface="Times New Roman"/>
              <a:ea typeface="Times New Roman"/>
              <a:cs typeface="Times New Roman"/>
              <a:sym typeface="Times New Roman"/>
            </a:endParaRPr>
          </a:p>
          <a:p>
            <a:pPr indent="-336550" lvl="1" marL="800100" marR="0" rtl="0" algn="l">
              <a:spcBef>
                <a:spcPts val="0"/>
              </a:spcBef>
              <a:spcAft>
                <a:spcPts val="0"/>
              </a:spcAft>
              <a:buClr>
                <a:schemeClr val="dk1"/>
              </a:buClr>
              <a:buSzPts val="3500"/>
              <a:buFont typeface="Times New Roman"/>
              <a:buChar char="-"/>
            </a:pPr>
            <a:r>
              <a:rPr i="0" lang="en-US" sz="3500" u="none" cap="none" strike="noStrike">
                <a:solidFill>
                  <a:schemeClr val="dk1"/>
                </a:solidFill>
                <a:latin typeface="Times New Roman"/>
                <a:ea typeface="Times New Roman"/>
                <a:cs typeface="Times New Roman"/>
                <a:sym typeface="Times New Roman"/>
              </a:rPr>
              <a:t>We also optimize models for better sensitivity and  specificity </a:t>
            </a:r>
            <a:endParaRPr sz="3500">
              <a:solidFill>
                <a:schemeClr val="dk1"/>
              </a:solidFill>
              <a:latin typeface="Times New Roman"/>
              <a:ea typeface="Times New Roman"/>
              <a:cs typeface="Times New Roman"/>
              <a:sym typeface="Times New Roman"/>
            </a:endParaRPr>
          </a:p>
          <a:p>
            <a:pPr indent="-190500" lvl="0" marL="342900" marR="0" rtl="0" algn="l">
              <a:spcBef>
                <a:spcPts val="0"/>
              </a:spcBef>
              <a:spcAft>
                <a:spcPts val="0"/>
              </a:spcAft>
              <a:buClr>
                <a:schemeClr val="dk1"/>
              </a:buClr>
              <a:buSzPts val="2400"/>
              <a:buFont typeface="Times New Roman"/>
              <a:buNone/>
            </a:pPr>
            <a:r>
              <a:t/>
            </a:r>
            <a:endParaRPr i="0" sz="3100" u="none" cap="none" strike="noStrike">
              <a:solidFill>
                <a:schemeClr val="dk1"/>
              </a:solidFill>
              <a:latin typeface="Montserrat Light"/>
              <a:ea typeface="Montserrat Light"/>
              <a:cs typeface="Montserrat Light"/>
              <a:sym typeface="Montserrat Light"/>
            </a:endParaRPr>
          </a:p>
        </p:txBody>
      </p:sp>
      <p:sp>
        <p:nvSpPr>
          <p:cNvPr id="115" name="Google Shape;115;g356c1125c60_1_6"/>
          <p:cNvSpPr txBox="1"/>
          <p:nvPr/>
        </p:nvSpPr>
        <p:spPr>
          <a:xfrm>
            <a:off x="11606713" y="16694800"/>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235078"/>
                </a:solidFill>
                <a:latin typeface="Verdana"/>
                <a:ea typeface="Verdana"/>
                <a:cs typeface="Verdana"/>
                <a:sym typeface="Verdana"/>
              </a:rPr>
              <a:t>Methodology</a:t>
            </a:r>
            <a:endParaRPr b="1">
              <a:latin typeface="Verdana"/>
              <a:ea typeface="Verdana"/>
              <a:cs typeface="Verdana"/>
              <a:sym typeface="Verdana"/>
            </a:endParaRPr>
          </a:p>
        </p:txBody>
      </p:sp>
      <p:sp>
        <p:nvSpPr>
          <p:cNvPr id="116" name="Google Shape;116;g356c1125c60_1_6"/>
          <p:cNvSpPr txBox="1"/>
          <p:nvPr/>
        </p:nvSpPr>
        <p:spPr>
          <a:xfrm>
            <a:off x="22098025" y="6227525"/>
            <a:ext cx="10362300" cy="9481800"/>
          </a:xfrm>
          <a:prstGeom prst="rect">
            <a:avLst/>
          </a:prstGeom>
          <a:noFill/>
          <a:ln>
            <a:noFill/>
          </a:ln>
        </p:spPr>
        <p:txBody>
          <a:bodyPr anchorCtr="0" anchor="t" bIns="45700" lIns="91425" spcFirstLastPara="1" rIns="91425" wrap="square" tIns="45700">
            <a:spAutoFit/>
          </a:bodyPr>
          <a:lstStyle/>
          <a:p>
            <a:pPr indent="-431800" lvl="0" marL="45720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The CNN (Convolutional Neural Network) model, built with multiple convolutional and pooling layers, significantly outperformed other methods including </a:t>
            </a:r>
            <a:r>
              <a:rPr lang="en-US" sz="3200">
                <a:solidFill>
                  <a:schemeClr val="dk1"/>
                </a:solidFill>
                <a:latin typeface="Times New Roman"/>
                <a:ea typeface="Times New Roman"/>
                <a:cs typeface="Times New Roman"/>
                <a:sym typeface="Times New Roman"/>
              </a:rPr>
              <a:t>the</a:t>
            </a:r>
            <a:r>
              <a:rPr lang="en-US" sz="3200">
                <a:solidFill>
                  <a:schemeClr val="dk1"/>
                </a:solidFill>
                <a:latin typeface="Times New Roman"/>
                <a:ea typeface="Times New Roman"/>
                <a:cs typeface="Times New Roman"/>
                <a:sym typeface="Times New Roman"/>
              </a:rPr>
              <a:t> SVM (Support Vector Machine) and Decision Trees.</a:t>
            </a:r>
            <a:endParaRPr sz="32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431800" lvl="0" marL="45720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CNN achieved an accuracy of 92% and an excellent ROC AUC score of 0.967. Despite class imbalance (18,606 tumor vs. 3,066 normal images) identified tumors (precision: 98%, recall: 93%, F1-score: 95%), though it was less effective on normal images. The Decision Tree also achieved 92% accuracy but had a lower ROC AUC (0.775), indicating limited discrimination power. </a:t>
            </a:r>
            <a:endParaRPr sz="32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431800" lvl="0" marL="457200" rtl="0" algn="l">
              <a:spcBef>
                <a:spcPts val="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Linear SVM, while simpler, yielded lower overall accuracy (88%) and poorer performance on normal cases, highlighting its susceptibility to dataset imbalance. These findings underscore the superior diagnostic potential of CNNs in medical imaging for early, accurate, and automated detection of brain tumor</a:t>
            </a:r>
            <a:r>
              <a:rPr lang="en-US" sz="3400">
                <a:solidFill>
                  <a:schemeClr val="dk1"/>
                </a:solidFill>
                <a:latin typeface="Times New Roman"/>
                <a:ea typeface="Times New Roman"/>
                <a:cs typeface="Times New Roman"/>
                <a:sym typeface="Times New Roman"/>
              </a:rPr>
              <a:t>s.</a:t>
            </a:r>
            <a:endParaRPr sz="3400">
              <a:latin typeface="Times New Roman"/>
              <a:ea typeface="Times New Roman"/>
              <a:cs typeface="Times New Roman"/>
              <a:sym typeface="Times New Roman"/>
            </a:endParaRPr>
          </a:p>
        </p:txBody>
      </p:sp>
      <p:sp>
        <p:nvSpPr>
          <p:cNvPr id="117" name="Google Shape;117;g356c1125c60_1_6"/>
          <p:cNvSpPr txBox="1"/>
          <p:nvPr/>
        </p:nvSpPr>
        <p:spPr>
          <a:xfrm>
            <a:off x="22555250" y="5315776"/>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235078"/>
                </a:solidFill>
                <a:latin typeface="Verdana"/>
                <a:ea typeface="Verdana"/>
                <a:cs typeface="Verdana"/>
                <a:sym typeface="Verdana"/>
              </a:rPr>
              <a:t>Results</a:t>
            </a:r>
            <a:endParaRPr b="1">
              <a:latin typeface="Verdana"/>
              <a:ea typeface="Verdana"/>
              <a:cs typeface="Verdana"/>
              <a:sym typeface="Verdana"/>
            </a:endParaRPr>
          </a:p>
        </p:txBody>
      </p:sp>
      <p:sp>
        <p:nvSpPr>
          <p:cNvPr id="118" name="Google Shape;118;g356c1125c60_1_6"/>
          <p:cNvSpPr txBox="1"/>
          <p:nvPr/>
        </p:nvSpPr>
        <p:spPr>
          <a:xfrm>
            <a:off x="1147175" y="17637900"/>
            <a:ext cx="9135600" cy="14191800"/>
          </a:xfrm>
          <a:prstGeom prst="rect">
            <a:avLst/>
          </a:prstGeom>
          <a:noFill/>
          <a:ln>
            <a:noFill/>
          </a:ln>
        </p:spPr>
        <p:txBody>
          <a:bodyPr anchorCtr="0" anchor="t" bIns="91425" lIns="91425" spcFirstLastPara="1" rIns="91425" wrap="square" tIns="91425">
            <a:spAutoFit/>
          </a:bodyPr>
          <a:lstStyle/>
          <a:p>
            <a:pPr indent="-450850" lvl="0" marL="45720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Brain tumors, like other cancers can spread throughout the human body, not just the brain and/or spinal cords</a:t>
            </a:r>
            <a:endParaRPr sz="35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450850" lvl="0" marL="45720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Formation of Brain Tumors are always Unpredictable and Time worthy</a:t>
            </a:r>
            <a:endParaRPr sz="35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450850" lvl="0" marL="45720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Time determines how we analysis  diagnosis and therefore seek treatment plans needed</a:t>
            </a:r>
            <a:endParaRPr sz="35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450850" lvl="0" marL="45720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Analytical experts sometimes require so much information, some of which are difficult to obtain or uncover</a:t>
            </a:r>
            <a:endParaRPr sz="35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450850" lvl="0" marL="45720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Early detections allow us to seek treatment plans and reduce the risk of the tumor faster and more </a:t>
            </a:r>
            <a:r>
              <a:rPr lang="en-US" sz="3500">
                <a:solidFill>
                  <a:schemeClr val="dk1"/>
                </a:solidFill>
                <a:latin typeface="Times New Roman"/>
                <a:ea typeface="Times New Roman"/>
                <a:cs typeface="Times New Roman"/>
                <a:sym typeface="Times New Roman"/>
              </a:rPr>
              <a:t>efficiently</a:t>
            </a:r>
            <a:endParaRPr sz="35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450850" lvl="0" marL="45720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Were enforcing MRI images </a:t>
            </a:r>
            <a:r>
              <a:rPr lang="en-US" sz="3500">
                <a:solidFill>
                  <a:schemeClr val="dk1"/>
                </a:solidFill>
                <a:latin typeface="Times New Roman"/>
                <a:ea typeface="Times New Roman"/>
                <a:cs typeface="Times New Roman"/>
                <a:sym typeface="Times New Roman"/>
              </a:rPr>
              <a:t>through</a:t>
            </a:r>
            <a:r>
              <a:rPr lang="en-US" sz="3500">
                <a:solidFill>
                  <a:schemeClr val="dk1"/>
                </a:solidFill>
                <a:latin typeface="Times New Roman"/>
                <a:ea typeface="Times New Roman"/>
                <a:cs typeface="Times New Roman"/>
                <a:sym typeface="Times New Roman"/>
              </a:rPr>
              <a:t> applying various data mining techniques such as Decision Trees, SVMS, Neural Networks, CNN’s, etc</a:t>
            </a:r>
            <a:endParaRPr sz="35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3500">
              <a:solidFill>
                <a:schemeClr val="dk1"/>
              </a:solidFill>
              <a:latin typeface="Times New Roman"/>
              <a:ea typeface="Times New Roman"/>
              <a:cs typeface="Times New Roman"/>
              <a:sym typeface="Times New Roman"/>
            </a:endParaRPr>
          </a:p>
          <a:p>
            <a:pPr indent="-450850" lvl="0" marL="457200" rtl="0" algn="l">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Were hopeful to accurately detect possible tumors using these various Data Mining techniques</a:t>
            </a:r>
            <a:endParaRPr sz="3500">
              <a:solidFill>
                <a:schemeClr val="dk1"/>
              </a:solidFill>
              <a:latin typeface="Times New Roman"/>
              <a:ea typeface="Times New Roman"/>
              <a:cs typeface="Times New Roman"/>
              <a:sym typeface="Times New Roman"/>
            </a:endParaRPr>
          </a:p>
        </p:txBody>
      </p:sp>
      <p:pic>
        <p:nvPicPr>
          <p:cNvPr id="119" name="Google Shape;119;g356c1125c60_1_6" title="st-johns-university-seeklogo.png"/>
          <p:cNvPicPr preferRelativeResize="0"/>
          <p:nvPr/>
        </p:nvPicPr>
        <p:blipFill>
          <a:blip r:embed="rId3">
            <a:alphaModFix/>
          </a:blip>
          <a:stretch>
            <a:fillRect/>
          </a:stretch>
        </p:blipFill>
        <p:spPr>
          <a:xfrm>
            <a:off x="403900" y="680193"/>
            <a:ext cx="8543700" cy="2746800"/>
          </a:xfrm>
          <a:prstGeom prst="rect">
            <a:avLst/>
          </a:prstGeom>
          <a:noFill/>
          <a:ln>
            <a:noFill/>
          </a:ln>
        </p:spPr>
      </p:pic>
      <p:sp>
        <p:nvSpPr>
          <p:cNvPr id="120" name="Google Shape;120;g356c1125c60_1_6"/>
          <p:cNvSpPr/>
          <p:nvPr/>
        </p:nvSpPr>
        <p:spPr>
          <a:xfrm>
            <a:off x="22167325" y="21090000"/>
            <a:ext cx="10287000" cy="615600"/>
          </a:xfrm>
          <a:prstGeom prst="rect">
            <a:avLst/>
          </a:prstGeom>
          <a:solidFill>
            <a:srgbClr val="2350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21" name="Google Shape;121;g356c1125c60_1_6"/>
          <p:cNvSpPr txBox="1"/>
          <p:nvPr/>
        </p:nvSpPr>
        <p:spPr>
          <a:xfrm>
            <a:off x="22174650" y="21136175"/>
            <a:ext cx="9368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lt1"/>
                </a:solidFill>
                <a:latin typeface="Verdana"/>
                <a:ea typeface="Verdana"/>
                <a:cs typeface="Verdana"/>
                <a:sym typeface="Verdana"/>
              </a:rPr>
              <a:t>Figure 1. CNN model accuracy and loss progression over epochs</a:t>
            </a:r>
            <a:endParaRPr sz="800">
              <a:solidFill>
                <a:schemeClr val="lt1"/>
              </a:solidFill>
              <a:latin typeface="Verdana"/>
              <a:ea typeface="Verdana"/>
              <a:cs typeface="Verdana"/>
              <a:sym typeface="Verdana"/>
            </a:endParaRPr>
          </a:p>
        </p:txBody>
      </p:sp>
      <p:sp>
        <p:nvSpPr>
          <p:cNvPr id="122" name="Google Shape;122;g356c1125c60_1_6"/>
          <p:cNvSpPr/>
          <p:nvPr/>
        </p:nvSpPr>
        <p:spPr>
          <a:xfrm>
            <a:off x="22027700" y="15949363"/>
            <a:ext cx="10553700" cy="4920300"/>
          </a:xfrm>
          <a:prstGeom prst="rect">
            <a:avLst/>
          </a:prstGeom>
          <a:solidFill>
            <a:srgbClr val="2350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23" name="Google Shape;123;g356c1125c60_1_6"/>
          <p:cNvSpPr/>
          <p:nvPr/>
        </p:nvSpPr>
        <p:spPr>
          <a:xfrm>
            <a:off x="22614450" y="21962900"/>
            <a:ext cx="9678900" cy="9264900"/>
          </a:xfrm>
          <a:prstGeom prst="rect">
            <a:avLst/>
          </a:prstGeom>
          <a:solidFill>
            <a:srgbClr val="23507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pic>
        <p:nvPicPr>
          <p:cNvPr id="124" name="Google Shape;124;g356c1125c60_1_6"/>
          <p:cNvPicPr preferRelativeResize="0"/>
          <p:nvPr/>
        </p:nvPicPr>
        <p:blipFill>
          <a:blip r:embed="rId4">
            <a:alphaModFix/>
          </a:blip>
          <a:stretch>
            <a:fillRect/>
          </a:stretch>
        </p:blipFill>
        <p:spPr>
          <a:xfrm>
            <a:off x="22174650" y="16103600"/>
            <a:ext cx="10286999" cy="4625550"/>
          </a:xfrm>
          <a:prstGeom prst="rect">
            <a:avLst/>
          </a:prstGeom>
          <a:noFill/>
          <a:ln>
            <a:noFill/>
          </a:ln>
        </p:spPr>
      </p:pic>
      <p:pic>
        <p:nvPicPr>
          <p:cNvPr id="125" name="Google Shape;125;g356c1125c60_1_6"/>
          <p:cNvPicPr preferRelativeResize="0"/>
          <p:nvPr/>
        </p:nvPicPr>
        <p:blipFill>
          <a:blip r:embed="rId5">
            <a:alphaModFix/>
          </a:blip>
          <a:stretch>
            <a:fillRect/>
          </a:stretch>
        </p:blipFill>
        <p:spPr>
          <a:xfrm>
            <a:off x="22669500" y="22140975"/>
            <a:ext cx="9601200" cy="8937900"/>
          </a:xfrm>
          <a:prstGeom prst="rect">
            <a:avLst/>
          </a:prstGeom>
          <a:noFill/>
          <a:ln>
            <a:noFill/>
          </a:ln>
        </p:spPr>
      </p:pic>
      <p:sp>
        <p:nvSpPr>
          <p:cNvPr id="126" name="Google Shape;126;g356c1125c60_1_6"/>
          <p:cNvSpPr/>
          <p:nvPr/>
        </p:nvSpPr>
        <p:spPr>
          <a:xfrm>
            <a:off x="22174650" y="31485100"/>
            <a:ext cx="10362300" cy="615600"/>
          </a:xfrm>
          <a:prstGeom prst="rect">
            <a:avLst/>
          </a:prstGeom>
          <a:solidFill>
            <a:srgbClr val="2350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27" name="Google Shape;127;g356c1125c60_1_6"/>
          <p:cNvSpPr txBox="1"/>
          <p:nvPr/>
        </p:nvSpPr>
        <p:spPr>
          <a:xfrm>
            <a:off x="22358838" y="31485088"/>
            <a:ext cx="9368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lt1"/>
                </a:solidFill>
                <a:latin typeface="Verdana"/>
                <a:ea typeface="Verdana"/>
                <a:cs typeface="Verdana"/>
                <a:sym typeface="Verdana"/>
              </a:rPr>
              <a:t>Figure 2. Confusion matrix for CNN predictions</a:t>
            </a:r>
            <a:endParaRPr sz="2200">
              <a:solidFill>
                <a:schemeClr val="lt1"/>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name="Blank Presentation">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Graphicsland/MakeSigns.com</dc:creator>
</cp:coreProperties>
</file>